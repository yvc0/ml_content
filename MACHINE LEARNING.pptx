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6"/>
  </p:notesMasterIdLst>
  <p:handoutMasterIdLst>
    <p:handoutMasterId r:id="rId27"/>
  </p:handoutMasterIdLst>
  <p:sldIdLst>
    <p:sldId id="292" r:id="rId5"/>
    <p:sldId id="299" r:id="rId6"/>
    <p:sldId id="297" r:id="rId7"/>
    <p:sldId id="261" r:id="rId8"/>
    <p:sldId id="300" r:id="rId9"/>
    <p:sldId id="313" r:id="rId10"/>
    <p:sldId id="314" r:id="rId11"/>
    <p:sldId id="301" r:id="rId12"/>
    <p:sldId id="302" r:id="rId13"/>
    <p:sldId id="303" r:id="rId14"/>
    <p:sldId id="307" r:id="rId15"/>
    <p:sldId id="305" r:id="rId16"/>
    <p:sldId id="306" r:id="rId17"/>
    <p:sldId id="304" r:id="rId18"/>
    <p:sldId id="308" r:id="rId19"/>
    <p:sldId id="309" r:id="rId20"/>
    <p:sldId id="310" r:id="rId21"/>
    <p:sldId id="312" r:id="rId22"/>
    <p:sldId id="311" r:id="rId23"/>
    <p:sldId id="293" r:id="rId24"/>
    <p:sldId id="289" r:id="rId2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536" userDrawn="1">
          <p15:clr>
            <a:srgbClr val="A4A3A4"/>
          </p15:clr>
        </p15:guide>
        <p15:guide id="2" pos="31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84400"/>
    <a:srgbClr val="446992"/>
    <a:srgbClr val="AEC2D8"/>
    <a:srgbClr val="98432A"/>
    <a:srgbClr val="44678D"/>
    <a:srgbClr val="263E5A"/>
    <a:srgbClr val="D6E0EB"/>
    <a:srgbClr val="728DAB"/>
    <a:srgbClr val="C95B3A"/>
    <a:srgbClr val="2D4C6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E342CD2-CD83-4515-AAE7-C8383B6A2DAB}" v="187" dt="2025-07-18T12:46:07.772"/>
  </p1510:revLst>
</p1510:revInfo>
</file>

<file path=ppt/tableStyles.xml><?xml version="1.0" encoding="utf-8"?>
<a:tblStyleLst xmlns:a="http://schemas.openxmlformats.org/drawingml/2006/main" def="{9DCAF9ED-07DC-4A11-8D7F-57B35C25682E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839" autoAdjust="0"/>
  </p:normalViewPr>
  <p:slideViewPr>
    <p:cSldViewPr snapToGrid="0" showGuides="1">
      <p:cViewPr>
        <p:scale>
          <a:sx n="75" d="100"/>
          <a:sy n="75" d="100"/>
        </p:scale>
        <p:origin x="250" y="125"/>
      </p:cViewPr>
      <p:guideLst>
        <p:guide orient="horz" pos="1536"/>
        <p:guide pos="31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50" d="100"/>
        <a:sy n="150" d="100"/>
      </p:scale>
      <p:origin x="0" y="0"/>
    </p:cViewPr>
  </p:sorterViewPr>
  <p:notesViewPr>
    <p:cSldViewPr snapToGrid="0">
      <p:cViewPr varScale="1">
        <p:scale>
          <a:sx n="58" d="100"/>
          <a:sy n="58" d="100"/>
        </p:scale>
        <p:origin x="2491" y="6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handoutMaster" Target="handoutMasters/handoutMaster1.xml"/><Relationship Id="rId30" Type="http://schemas.openxmlformats.org/officeDocument/2006/relationships/theme" Target="theme/theme1.xml"/><Relationship Id="rId8" Type="http://schemas.openxmlformats.org/officeDocument/2006/relationships/slide" Target="slides/slide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27E3961-5613-64C6-63C3-6085D0CDAE5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06D1F08-FF42-95F6-3130-AE63E560487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D26A2A-0A96-0647-84E5-C82F2EFD9474}" type="datetimeFigureOut">
              <a:rPr lang="en-US" smtClean="0"/>
              <a:t>7/18/2025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D5B35B-A046-EC3C-A80E-3D9D12C1498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202DDE3-703C-8B4C-9506-EC0A39AACDD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8DC1D1-B6C2-C644-8BF1-C34DBFFE1C7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347936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Header Placeholder 7">
            <a:extLst>
              <a:ext uri="{FF2B5EF4-FFF2-40B4-BE49-F238E27FC236}">
                <a16:creationId xmlns:a16="http://schemas.microsoft.com/office/drawing/2014/main" id="{0D2594CA-29C5-062F-2EA7-C593B096C62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9" name="Slide Image Placeholder 8">
            <a:extLst>
              <a:ext uri="{FF2B5EF4-FFF2-40B4-BE49-F238E27FC236}">
                <a16:creationId xmlns:a16="http://schemas.microsoft.com/office/drawing/2014/main" id="{E04BB896-BA64-B358-A066-15B96D23BC8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5EFA2818-7747-F326-294F-EEAC9BEF6EBD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6B76E0F0-B7F9-756A-3EA4-2114B75370E5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0CF20C-6BCC-41A4-8C16-5A346425718D}" type="datetimeFigureOut">
              <a:rPr lang="en-US" smtClean="0"/>
              <a:t>7/18/2025</a:t>
            </a:fld>
            <a:endParaRPr lang="en-US" dirty="0"/>
          </a:p>
        </p:txBody>
      </p:sp>
      <p:sp>
        <p:nvSpPr>
          <p:cNvPr id="12" name="Notes Placeholder 11">
            <a:extLst>
              <a:ext uri="{FF2B5EF4-FFF2-40B4-BE49-F238E27FC236}">
                <a16:creationId xmlns:a16="http://schemas.microsoft.com/office/drawing/2014/main" id="{5161C21F-108C-0F07-CDDD-AFB8DDBF69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A507CBA7-2A1E-725E-35DA-D1CFF08EC6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060679C-80C7-4E7D-9614-ABA41C5B285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6651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noProof="0" smtClean="0"/>
              <a:t>1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6815932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noProof="0" smtClean="0"/>
              <a:t>20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209380031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noProof="0" smtClean="0"/>
              <a:t>21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11818200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ith Image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Shape 33">
            <a:extLst>
              <a:ext uri="{FF2B5EF4-FFF2-40B4-BE49-F238E27FC236}">
                <a16:creationId xmlns:a16="http://schemas.microsoft.com/office/drawing/2014/main" id="{4D81E37E-7366-D88D-83B8-BBA577CA46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9897686" y="1064464"/>
            <a:ext cx="1570617" cy="17968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</p:pic>
      <p:pic>
        <p:nvPicPr>
          <p:cNvPr id="12" name="Shape 31">
            <a:extLst>
              <a:ext uri="{FF2B5EF4-FFF2-40B4-BE49-F238E27FC236}">
                <a16:creationId xmlns:a16="http://schemas.microsoft.com/office/drawing/2014/main" id="{A2E096B7-3B4F-355B-58E5-41784AC8BE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555" b="2555"/>
          <a:stretch>
            <a:fillRect/>
          </a:stretch>
        </p:blipFill>
        <p:spPr>
          <a:xfrm>
            <a:off x="6284315" y="3984454"/>
            <a:ext cx="1570617" cy="17968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7EC2501B-DEA6-190E-3633-E32F635B7C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4292" y="731520"/>
            <a:ext cx="5029200" cy="3291840"/>
          </a:xfrm>
        </p:spPr>
        <p:txBody>
          <a:bodyPr anchor="b">
            <a:normAutofit/>
          </a:bodyPr>
          <a:lstStyle>
            <a:lvl1pPr>
              <a:defRPr sz="4800"/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cxnSp>
        <p:nvCxnSpPr>
          <p:cNvPr id="24" name="Straight Connector 2">
            <a:extLst>
              <a:ext uri="{FF2B5EF4-FFF2-40B4-BE49-F238E27FC236}">
                <a16:creationId xmlns:a16="http://schemas.microsoft.com/office/drawing/2014/main" id="{F1FCCFDB-D985-4322-AC87-F69214893708}"/>
              </a:ext>
            </a:extLst>
          </p:cNvPr>
          <p:cNvCxnSpPr/>
          <p:nvPr userDrawn="1"/>
        </p:nvCxnSpPr>
        <p:spPr>
          <a:xfrm>
            <a:off x="1168533" y="4172084"/>
            <a:ext cx="0" cy="760288"/>
          </a:xfrm>
          <a:prstGeom prst="line">
            <a:avLst/>
          </a:prstGeom>
          <a:noFill/>
          <a:ln w="19050" cap="flat" cmpd="sng" algn="ctr">
            <a:solidFill>
              <a:srgbClr val="D84400"/>
            </a:solidFill>
            <a:prstDash val="solid"/>
            <a:miter lim="800000"/>
          </a:ln>
          <a:effectLst/>
        </p:spPr>
      </p:cxnSp>
      <p:sp>
        <p:nvSpPr>
          <p:cNvPr id="27" name="Content placeholder 47" descr="Click icon to add picture">
            <a:extLst>
              <a:ext uri="{FF2B5EF4-FFF2-40B4-BE49-F238E27FC236}">
                <a16:creationId xmlns:a16="http://schemas.microsoft.com/office/drawing/2014/main" id="{EA8265B5-83C5-4AE9-88AB-3F2443B57F0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260894" y="4172084"/>
            <a:ext cx="4912598" cy="9144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2000" b="0">
                <a:solidFill>
                  <a:schemeClr val="bg1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noProof="0"/>
              <a:t>Click to edit Master text styles</a:t>
            </a:r>
          </a:p>
        </p:txBody>
      </p:sp>
      <p:sp>
        <p:nvSpPr>
          <p:cNvPr id="47" name="Content placeholder 47">
            <a:extLst>
              <a:ext uri="{FF2B5EF4-FFF2-40B4-BE49-F238E27FC236}">
                <a16:creationId xmlns:a16="http://schemas.microsoft.com/office/drawing/2014/main" id="{0FFAAB58-ABE4-41AC-B94E-432936CE0301}"/>
              </a:ext>
            </a:extLst>
          </p:cNvPr>
          <p:cNvSpPr>
            <a:spLocks noGrp="1"/>
          </p:cNvSpPr>
          <p:nvPr>
            <p:ph type="pic" sz="quarter" idx="47" hasCustomPrompt="1"/>
          </p:nvPr>
        </p:nvSpPr>
        <p:spPr>
          <a:xfrm>
            <a:off x="6742557" y="821836"/>
            <a:ext cx="4405503" cy="5066346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altLang="zh-CN" noProof="0" dirty="0"/>
              <a:t>Click icon to add picture≈≈</a:t>
            </a:r>
          </a:p>
        </p:txBody>
      </p:sp>
      <p:sp>
        <p:nvSpPr>
          <p:cNvPr id="9" name="Freeform: Shape 11">
            <a:extLst>
              <a:ext uri="{FF2B5EF4-FFF2-40B4-BE49-F238E27FC236}">
                <a16:creationId xmlns:a16="http://schemas.microsoft.com/office/drawing/2014/main" id="{9ECA281C-F2CB-AE9D-DCD6-F94D3FEE2E67}"/>
              </a:ext>
            </a:extLst>
          </p:cNvPr>
          <p:cNvSpPr/>
          <p:nvPr userDrawn="1"/>
        </p:nvSpPr>
        <p:spPr>
          <a:xfrm>
            <a:off x="7441324" y="5568778"/>
            <a:ext cx="829927" cy="949454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966495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28">
          <p15:clr>
            <a:srgbClr val="FBAE40"/>
          </p15:clr>
        </p15:guide>
        <p15:guide id="2" orient="horz" pos="528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6">
            <a:extLst>
              <a:ext uri="{FF2B5EF4-FFF2-40B4-BE49-F238E27FC236}">
                <a16:creationId xmlns:a16="http://schemas.microsoft.com/office/drawing/2014/main" id="{5518B595-5A04-0768-52B1-73F11E4754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3429000"/>
            <a:ext cx="4206240" cy="2377440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73CCCCFD-E0FE-BDB7-CF9D-FCA345E6BA55}"/>
              </a:ext>
            </a:extLst>
          </p:cNvPr>
          <p:cNvSpPr>
            <a:spLocks noGrp="1"/>
          </p:cNvSpPr>
          <p:nvPr>
            <p:ph sz="quarter" idx="35"/>
          </p:nvPr>
        </p:nvSpPr>
        <p:spPr>
          <a:xfrm>
            <a:off x="5394325" y="3429000"/>
            <a:ext cx="3475038" cy="2378075"/>
          </a:xfrm>
        </p:spPr>
        <p:txBody>
          <a:bodyPr anchor="ctr"/>
          <a:lstStyle>
            <a:lvl1pPr marL="347472"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Freeform: Shape 4">
            <a:extLst>
              <a:ext uri="{FF2B5EF4-FFF2-40B4-BE49-F238E27FC236}">
                <a16:creationId xmlns:a16="http://schemas.microsoft.com/office/drawing/2014/main" id="{AE722AFD-22D7-4BD8-B055-3867C3800E16}"/>
              </a:ext>
            </a:extLst>
          </p:cNvPr>
          <p:cNvSpPr/>
          <p:nvPr userDrawn="1"/>
        </p:nvSpPr>
        <p:spPr>
          <a:xfrm>
            <a:off x="6282845" y="525294"/>
            <a:ext cx="1913128" cy="2140085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 noProof="0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5D0355E4-3980-42A9-9376-74163520D39D}"/>
              </a:ext>
            </a:extLst>
          </p:cNvPr>
          <p:cNvSpPr/>
          <p:nvPr userDrawn="1"/>
        </p:nvSpPr>
        <p:spPr>
          <a:xfrm>
            <a:off x="8375472" y="496110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 noProof="0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B9D430ED-A815-4274-966C-8192C4230569}"/>
              </a:ext>
            </a:extLst>
          </p:cNvPr>
          <p:cNvSpPr/>
          <p:nvPr userDrawn="1"/>
        </p:nvSpPr>
        <p:spPr>
          <a:xfrm>
            <a:off x="9403474" y="2310314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 noProof="0" dirty="0"/>
          </a:p>
        </p:txBody>
      </p:sp>
      <p:sp>
        <p:nvSpPr>
          <p:cNvPr id="29" name="Freeform 28">
            <a:extLst>
              <a:ext uri="{FF2B5EF4-FFF2-40B4-BE49-F238E27FC236}">
                <a16:creationId xmlns:a16="http://schemas.microsoft.com/office/drawing/2014/main" id="{0B88ADED-0863-78D3-7710-E131932E965F}"/>
              </a:ext>
            </a:extLst>
          </p:cNvPr>
          <p:cNvSpPr/>
          <p:nvPr userDrawn="1"/>
        </p:nvSpPr>
        <p:spPr>
          <a:xfrm>
            <a:off x="10460480" y="505838"/>
            <a:ext cx="1731521" cy="2159541"/>
          </a:xfrm>
          <a:custGeom>
            <a:avLst/>
            <a:gdLst>
              <a:gd name="connsiteX0" fmla="*/ 953758 w 1731521"/>
              <a:gd name="connsiteY0" fmla="*/ 0 h 2159541"/>
              <a:gd name="connsiteX1" fmla="*/ 1731521 w 1731521"/>
              <a:gd name="connsiteY1" fmla="*/ 438909 h 2159541"/>
              <a:gd name="connsiteX2" fmla="*/ 1731521 w 1731521"/>
              <a:gd name="connsiteY2" fmla="*/ 1724628 h 2159541"/>
              <a:gd name="connsiteX3" fmla="*/ 956364 w 1731521"/>
              <a:gd name="connsiteY3" fmla="*/ 2159541 h 2159541"/>
              <a:gd name="connsiteX4" fmla="*/ 0 w 1731521"/>
              <a:gd name="connsiteY4" fmla="*/ 1623503 h 2159541"/>
              <a:gd name="connsiteX5" fmla="*/ 0 w 1731521"/>
              <a:gd name="connsiteY5" fmla="*/ 543733 h 21595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31521" h="2159541">
                <a:moveTo>
                  <a:pt x="953758" y="0"/>
                </a:moveTo>
                <a:lnTo>
                  <a:pt x="1731521" y="438909"/>
                </a:lnTo>
                <a:lnTo>
                  <a:pt x="1731521" y="1724628"/>
                </a:lnTo>
                <a:lnTo>
                  <a:pt x="956364" y="2159541"/>
                </a:lnTo>
                <a:lnTo>
                  <a:pt x="0" y="1623503"/>
                </a:lnTo>
                <a:lnTo>
                  <a:pt x="0" y="543733"/>
                </a:lnTo>
                <a:close/>
              </a:path>
            </a:pathLst>
          </a:custGeom>
          <a:noFill/>
          <a:ln w="1905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8" name="Freeform 27">
            <a:extLst>
              <a:ext uri="{FF2B5EF4-FFF2-40B4-BE49-F238E27FC236}">
                <a16:creationId xmlns:a16="http://schemas.microsoft.com/office/drawing/2014/main" id="{32435EB1-8BEE-9EEE-D9E4-E53D56B7E09C}"/>
              </a:ext>
            </a:extLst>
          </p:cNvPr>
          <p:cNvSpPr/>
          <p:nvPr userDrawn="1"/>
        </p:nvSpPr>
        <p:spPr>
          <a:xfrm>
            <a:off x="11498097" y="2436654"/>
            <a:ext cx="698022" cy="1868948"/>
          </a:xfrm>
          <a:custGeom>
            <a:avLst/>
            <a:gdLst>
              <a:gd name="connsiteX0" fmla="*/ 698022 w 698022"/>
              <a:gd name="connsiteY0" fmla="*/ 0 h 1868948"/>
              <a:gd name="connsiteX1" fmla="*/ 698022 w 698022"/>
              <a:gd name="connsiteY1" fmla="*/ 1868948 h 1868948"/>
              <a:gd name="connsiteX2" fmla="*/ 0 w 698022"/>
              <a:gd name="connsiteY2" fmla="*/ 1477709 h 1868948"/>
              <a:gd name="connsiteX3" fmla="*/ 0 w 698022"/>
              <a:gd name="connsiteY3" fmla="*/ 397939 h 18689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8022" h="1868948">
                <a:moveTo>
                  <a:pt x="698022" y="0"/>
                </a:moveTo>
                <a:lnTo>
                  <a:pt x="698022" y="1868948"/>
                </a:lnTo>
                <a:lnTo>
                  <a:pt x="0" y="1477709"/>
                </a:lnTo>
                <a:lnTo>
                  <a:pt x="0" y="397939"/>
                </a:lnTo>
                <a:close/>
              </a:path>
            </a:pathLst>
          </a:cu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30" name="Freeform 29">
            <a:extLst>
              <a:ext uri="{FF2B5EF4-FFF2-40B4-BE49-F238E27FC236}">
                <a16:creationId xmlns:a16="http://schemas.microsoft.com/office/drawing/2014/main" id="{2692688E-3654-181E-6244-F2CED7612746}"/>
              </a:ext>
            </a:extLst>
          </p:cNvPr>
          <p:cNvSpPr/>
          <p:nvPr userDrawn="1"/>
        </p:nvSpPr>
        <p:spPr>
          <a:xfrm>
            <a:off x="10460480" y="4114794"/>
            <a:ext cx="1731521" cy="2159541"/>
          </a:xfrm>
          <a:custGeom>
            <a:avLst/>
            <a:gdLst>
              <a:gd name="connsiteX0" fmla="*/ 953758 w 1731521"/>
              <a:gd name="connsiteY0" fmla="*/ 0 h 2159541"/>
              <a:gd name="connsiteX1" fmla="*/ 1731521 w 1731521"/>
              <a:gd name="connsiteY1" fmla="*/ 438909 h 2159541"/>
              <a:gd name="connsiteX2" fmla="*/ 1731521 w 1731521"/>
              <a:gd name="connsiteY2" fmla="*/ 1724629 h 2159541"/>
              <a:gd name="connsiteX3" fmla="*/ 956364 w 1731521"/>
              <a:gd name="connsiteY3" fmla="*/ 2159541 h 2159541"/>
              <a:gd name="connsiteX4" fmla="*/ 0 w 1731521"/>
              <a:gd name="connsiteY4" fmla="*/ 1623503 h 2159541"/>
              <a:gd name="connsiteX5" fmla="*/ 0 w 1731521"/>
              <a:gd name="connsiteY5" fmla="*/ 543733 h 21595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31521" h="2159541">
                <a:moveTo>
                  <a:pt x="953758" y="0"/>
                </a:moveTo>
                <a:lnTo>
                  <a:pt x="1731521" y="438909"/>
                </a:lnTo>
                <a:lnTo>
                  <a:pt x="1731521" y="1724629"/>
                </a:lnTo>
                <a:lnTo>
                  <a:pt x="956364" y="2159541"/>
                </a:lnTo>
                <a:lnTo>
                  <a:pt x="0" y="1623503"/>
                </a:lnTo>
                <a:lnTo>
                  <a:pt x="0" y="543733"/>
                </a:lnTo>
                <a:close/>
              </a:path>
            </a:pathLst>
          </a:custGeom>
          <a:noFill/>
          <a:ln w="1905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6B1A7E0-D0BF-7FCA-D296-94BFC0D611C5}"/>
              </a:ext>
            </a:extLst>
          </p:cNvPr>
          <p:cNvSpPr>
            <a:spLocks noGrp="1"/>
          </p:cNvSpPr>
          <p:nvPr>
            <p:ph type="ftr" sz="quarter" idx="33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CAC10D1-DF42-8734-0793-84312B963E62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/>
        <p:txBody>
          <a:bodyPr/>
          <a:lstStyle/>
          <a:p>
            <a:fld id="{47FEACEE-25B4-4A2D-B147-27296E36371D}" type="slidenum">
              <a:rPr lang="en-US" altLang="zh-CN" noProof="0" smtClean="0"/>
              <a:pPr/>
              <a:t>‹#›</a:t>
            </a:fld>
            <a:endParaRPr lang="en-US" altLang="zh-CN" noProof="0" dirty="0"/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24C8F37E-3F74-F3FA-C9D8-7083DF2BBECC}"/>
              </a:ext>
            </a:extLst>
          </p:cNvPr>
          <p:cNvSpPr/>
          <p:nvPr userDrawn="1"/>
        </p:nvSpPr>
        <p:spPr>
          <a:xfrm>
            <a:off x="7325349" y="0"/>
            <a:ext cx="1911968" cy="866964"/>
          </a:xfrm>
          <a:custGeom>
            <a:avLst/>
            <a:gdLst>
              <a:gd name="connsiteX0" fmla="*/ 0 w 1911968"/>
              <a:gd name="connsiteY0" fmla="*/ 0 h 866964"/>
              <a:gd name="connsiteX1" fmla="*/ 1911968 w 1911968"/>
              <a:gd name="connsiteY1" fmla="*/ 0 h 866964"/>
              <a:gd name="connsiteX2" fmla="*/ 1911621 w 1911968"/>
              <a:gd name="connsiteY2" fmla="*/ 335832 h 866964"/>
              <a:gd name="connsiteX3" fmla="*/ 956364 w 1911968"/>
              <a:gd name="connsiteY3" fmla="*/ 866964 h 866964"/>
              <a:gd name="connsiteX4" fmla="*/ 0 w 1911968"/>
              <a:gd name="connsiteY4" fmla="*/ 335755 h 866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1968" h="866964">
                <a:moveTo>
                  <a:pt x="0" y="0"/>
                </a:moveTo>
                <a:lnTo>
                  <a:pt x="1911968" y="0"/>
                </a:lnTo>
                <a:lnTo>
                  <a:pt x="1911621" y="335832"/>
                </a:lnTo>
                <a:lnTo>
                  <a:pt x="956364" y="866964"/>
                </a:lnTo>
                <a:lnTo>
                  <a:pt x="0" y="335755"/>
                </a:lnTo>
                <a:close/>
              </a:path>
            </a:pathLst>
          </a:cu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9" name="Freeform 8">
            <a:extLst>
              <a:ext uri="{FF2B5EF4-FFF2-40B4-BE49-F238E27FC236}">
                <a16:creationId xmlns:a16="http://schemas.microsoft.com/office/drawing/2014/main" id="{FB905CE6-1C2F-E053-4D14-6B86F4EFDC10}"/>
              </a:ext>
            </a:extLst>
          </p:cNvPr>
          <p:cNvSpPr/>
          <p:nvPr userDrawn="1"/>
        </p:nvSpPr>
        <p:spPr>
          <a:xfrm>
            <a:off x="9416816" y="0"/>
            <a:ext cx="1911968" cy="866964"/>
          </a:xfrm>
          <a:custGeom>
            <a:avLst/>
            <a:gdLst>
              <a:gd name="connsiteX0" fmla="*/ 0 w 1911968"/>
              <a:gd name="connsiteY0" fmla="*/ 0 h 866964"/>
              <a:gd name="connsiteX1" fmla="*/ 1911968 w 1911968"/>
              <a:gd name="connsiteY1" fmla="*/ 0 h 866964"/>
              <a:gd name="connsiteX2" fmla="*/ 1911621 w 1911968"/>
              <a:gd name="connsiteY2" fmla="*/ 335832 h 866964"/>
              <a:gd name="connsiteX3" fmla="*/ 956364 w 1911968"/>
              <a:gd name="connsiteY3" fmla="*/ 866964 h 866964"/>
              <a:gd name="connsiteX4" fmla="*/ 0 w 1911968"/>
              <a:gd name="connsiteY4" fmla="*/ 335755 h 866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1968" h="866964">
                <a:moveTo>
                  <a:pt x="0" y="0"/>
                </a:moveTo>
                <a:lnTo>
                  <a:pt x="1911968" y="0"/>
                </a:lnTo>
                <a:lnTo>
                  <a:pt x="1911621" y="335832"/>
                </a:lnTo>
                <a:lnTo>
                  <a:pt x="956364" y="866964"/>
                </a:lnTo>
                <a:lnTo>
                  <a:pt x="0" y="335755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0" name="Freeform: Shape 12">
            <a:extLst>
              <a:ext uri="{FF2B5EF4-FFF2-40B4-BE49-F238E27FC236}">
                <a16:creationId xmlns:a16="http://schemas.microsoft.com/office/drawing/2014/main" id="{0B2D3BF4-495E-23C2-9911-15BC9E0D8EA7}"/>
              </a:ext>
            </a:extLst>
          </p:cNvPr>
          <p:cNvSpPr/>
          <p:nvPr userDrawn="1"/>
        </p:nvSpPr>
        <p:spPr>
          <a:xfrm>
            <a:off x="1571157" y="505838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 noProof="0" dirty="0"/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62629C19-89EB-BC19-9230-7F7675E16EFF}"/>
              </a:ext>
            </a:extLst>
          </p:cNvPr>
          <p:cNvSpPr/>
          <p:nvPr userDrawn="1"/>
        </p:nvSpPr>
        <p:spPr>
          <a:xfrm>
            <a:off x="521034" y="0"/>
            <a:ext cx="1911968" cy="866964"/>
          </a:xfrm>
          <a:custGeom>
            <a:avLst/>
            <a:gdLst>
              <a:gd name="connsiteX0" fmla="*/ 0 w 1911968"/>
              <a:gd name="connsiteY0" fmla="*/ 0 h 866964"/>
              <a:gd name="connsiteX1" fmla="*/ 1911968 w 1911968"/>
              <a:gd name="connsiteY1" fmla="*/ 0 h 866964"/>
              <a:gd name="connsiteX2" fmla="*/ 1911621 w 1911968"/>
              <a:gd name="connsiteY2" fmla="*/ 335832 h 866964"/>
              <a:gd name="connsiteX3" fmla="*/ 956364 w 1911968"/>
              <a:gd name="connsiteY3" fmla="*/ 866964 h 866964"/>
              <a:gd name="connsiteX4" fmla="*/ 0 w 1911968"/>
              <a:gd name="connsiteY4" fmla="*/ 335755 h 866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1968" h="866964">
                <a:moveTo>
                  <a:pt x="0" y="0"/>
                </a:moveTo>
                <a:lnTo>
                  <a:pt x="1911968" y="0"/>
                </a:lnTo>
                <a:lnTo>
                  <a:pt x="1911621" y="335832"/>
                </a:lnTo>
                <a:lnTo>
                  <a:pt x="956364" y="866964"/>
                </a:lnTo>
                <a:lnTo>
                  <a:pt x="0" y="335755"/>
                </a:lnTo>
                <a:close/>
              </a:path>
            </a:pathLst>
          </a:custGeom>
          <a:solidFill>
            <a:schemeClr val="accent2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34811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28">
          <p15:clr>
            <a:srgbClr val="FBAE40"/>
          </p15:clr>
        </p15:guide>
        <p15:guide id="2" pos="504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EC2501B-DEA6-190E-3633-E32F635B7C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98464" y="731520"/>
            <a:ext cx="5029200" cy="3291840"/>
          </a:xfrm>
        </p:spPr>
        <p:txBody>
          <a:bodyPr anchor="b">
            <a:normAutofit/>
          </a:bodyPr>
          <a:lstStyle/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27" name="Content placeholder 47" descr="Click icon to add picture">
            <a:extLst>
              <a:ext uri="{FF2B5EF4-FFF2-40B4-BE49-F238E27FC236}">
                <a16:creationId xmlns:a16="http://schemas.microsoft.com/office/drawing/2014/main" id="{EA8265B5-83C5-4AE9-88AB-3F2443B57F0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117336" y="4172084"/>
            <a:ext cx="4910328" cy="100584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800" b="0">
                <a:solidFill>
                  <a:schemeClr val="bg1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noProof="0"/>
              <a:t>Click to edit Master text styles</a:t>
            </a:r>
          </a:p>
        </p:txBody>
      </p:sp>
      <p:sp>
        <p:nvSpPr>
          <p:cNvPr id="2" name="Freeform: Shape 5">
            <a:extLst>
              <a:ext uri="{FF2B5EF4-FFF2-40B4-BE49-F238E27FC236}">
                <a16:creationId xmlns:a16="http://schemas.microsoft.com/office/drawing/2014/main" id="{B17C1EC9-3787-8D41-B5F1-BF16FD5C7ACB}"/>
              </a:ext>
            </a:extLst>
          </p:cNvPr>
          <p:cNvSpPr/>
          <p:nvPr userDrawn="1"/>
        </p:nvSpPr>
        <p:spPr>
          <a:xfrm>
            <a:off x="3843559" y="722518"/>
            <a:ext cx="1244907" cy="140525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4" name="Freeform: Shape 6">
            <a:extLst>
              <a:ext uri="{FF2B5EF4-FFF2-40B4-BE49-F238E27FC236}">
                <a16:creationId xmlns:a16="http://schemas.microsoft.com/office/drawing/2014/main" id="{E945D8B2-8BED-B43F-8D56-AB19D0D29970}"/>
              </a:ext>
            </a:extLst>
          </p:cNvPr>
          <p:cNvSpPr/>
          <p:nvPr userDrawn="1"/>
        </p:nvSpPr>
        <p:spPr>
          <a:xfrm>
            <a:off x="1223929" y="1436914"/>
            <a:ext cx="2857005" cy="326977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600" noProof="0" dirty="0"/>
          </a:p>
        </p:txBody>
      </p:sp>
      <p:sp>
        <p:nvSpPr>
          <p:cNvPr id="5" name="Freeform: Shape 7">
            <a:extLst>
              <a:ext uri="{FF2B5EF4-FFF2-40B4-BE49-F238E27FC236}">
                <a16:creationId xmlns:a16="http://schemas.microsoft.com/office/drawing/2014/main" id="{3853EA5E-735A-20F3-684A-C0AD030EC2D4}"/>
              </a:ext>
            </a:extLst>
          </p:cNvPr>
          <p:cNvSpPr/>
          <p:nvPr userDrawn="1"/>
        </p:nvSpPr>
        <p:spPr>
          <a:xfrm>
            <a:off x="758702" y="3457554"/>
            <a:ext cx="1208037" cy="138175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6" name="Freeform: Shape 11">
            <a:extLst>
              <a:ext uri="{FF2B5EF4-FFF2-40B4-BE49-F238E27FC236}">
                <a16:creationId xmlns:a16="http://schemas.microsoft.com/office/drawing/2014/main" id="{75DB4848-0824-8316-ED27-44DF37AD6F3D}"/>
              </a:ext>
            </a:extLst>
          </p:cNvPr>
          <p:cNvSpPr/>
          <p:nvPr userDrawn="1"/>
        </p:nvSpPr>
        <p:spPr>
          <a:xfrm>
            <a:off x="2917915" y="4662164"/>
            <a:ext cx="663381" cy="75892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cxnSp>
        <p:nvCxnSpPr>
          <p:cNvPr id="7" name="Straight Connector 2">
            <a:extLst>
              <a:ext uri="{FF2B5EF4-FFF2-40B4-BE49-F238E27FC236}">
                <a16:creationId xmlns:a16="http://schemas.microsoft.com/office/drawing/2014/main" id="{8784B377-2FE4-4091-C29F-46938ECFA73E}"/>
              </a:ext>
            </a:extLst>
          </p:cNvPr>
          <p:cNvCxnSpPr/>
          <p:nvPr userDrawn="1"/>
        </p:nvCxnSpPr>
        <p:spPr>
          <a:xfrm>
            <a:off x="5998709" y="4172084"/>
            <a:ext cx="0" cy="760288"/>
          </a:xfrm>
          <a:prstGeom prst="line">
            <a:avLst/>
          </a:prstGeom>
          <a:noFill/>
          <a:ln w="19050" cap="flat" cmpd="sng" algn="ctr">
            <a:solidFill>
              <a:srgbClr val="D84400"/>
            </a:solidFill>
            <a:prstDash val="solid"/>
            <a:miter lim="800000"/>
          </a:ln>
          <a:effectLst/>
        </p:spPr>
      </p:cxnSp>
    </p:spTree>
    <p:extLst>
      <p:ext uri="{BB962C8B-B14F-4D97-AF65-F5344CB8AC3E}">
        <p14:creationId xmlns:p14="http://schemas.microsoft.com/office/powerpoint/2010/main" val="26120477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28">
          <p15:clr>
            <a:srgbClr val="FBAE40"/>
          </p15:clr>
        </p15:guide>
        <p15:guide id="2" orient="horz" pos="528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>
            <a:extLst>
              <a:ext uri="{FF2B5EF4-FFF2-40B4-BE49-F238E27FC236}">
                <a16:creationId xmlns:a16="http://schemas.microsoft.com/office/drawing/2014/main" id="{E820F9CA-E84D-E159-524A-398712EC6AFE}"/>
              </a:ext>
            </a:extLst>
          </p:cNvPr>
          <p:cNvGrpSpPr/>
          <p:nvPr userDrawn="1"/>
        </p:nvGrpSpPr>
        <p:grpSpPr>
          <a:xfrm>
            <a:off x="879765" y="-10376"/>
            <a:ext cx="10794247" cy="1864808"/>
            <a:chOff x="879765" y="-10376"/>
            <a:chExt cx="10794247" cy="1864808"/>
          </a:xfrm>
        </p:grpSpPr>
        <p:sp>
          <p:nvSpPr>
            <p:cNvPr id="12" name="Freeform: Shape 12">
              <a:extLst>
                <a:ext uri="{FF2B5EF4-FFF2-40B4-BE49-F238E27FC236}">
                  <a16:creationId xmlns:a16="http://schemas.microsoft.com/office/drawing/2014/main" id="{7674207A-3643-0D40-E3B5-F11FCACBAA74}"/>
                </a:ext>
              </a:extLst>
            </p:cNvPr>
            <p:cNvSpPr/>
            <p:nvPr/>
          </p:nvSpPr>
          <p:spPr>
            <a:xfrm>
              <a:off x="8893126" y="351937"/>
              <a:ext cx="1331054" cy="1502495"/>
            </a:xfrm>
            <a:custGeom>
              <a:avLst/>
              <a:gdLst>
                <a:gd name="connsiteX0" fmla="*/ 2187388 w 4398682"/>
                <a:gd name="connsiteY0" fmla="*/ 0 h 5032188"/>
                <a:gd name="connsiteX1" fmla="*/ 4386729 w 4398682"/>
                <a:gd name="connsiteY1" fmla="*/ 1261035 h 5032188"/>
                <a:gd name="connsiteX2" fmla="*/ 4398682 w 4398682"/>
                <a:gd name="connsiteY2" fmla="*/ 3789083 h 5032188"/>
                <a:gd name="connsiteX3" fmla="*/ 2193365 w 4398682"/>
                <a:gd name="connsiteY3" fmla="*/ 5032188 h 5032188"/>
                <a:gd name="connsiteX4" fmla="*/ 0 w 4398682"/>
                <a:gd name="connsiteY4" fmla="*/ 3783106 h 5032188"/>
                <a:gd name="connsiteX5" fmla="*/ 0 w 4398682"/>
                <a:gd name="connsiteY5" fmla="*/ 1267012 h 5032188"/>
                <a:gd name="connsiteX6" fmla="*/ 2187388 w 4398682"/>
                <a:gd name="connsiteY6" fmla="*/ 0 h 5032188"/>
                <a:gd name="connsiteX0" fmla="*/ 2187388 w 4387647"/>
                <a:gd name="connsiteY0" fmla="*/ 0 h 5032188"/>
                <a:gd name="connsiteX1" fmla="*/ 4386729 w 4387647"/>
                <a:gd name="connsiteY1" fmla="*/ 1261035 h 5032188"/>
                <a:gd name="connsiteX2" fmla="*/ 4384192 w 4387647"/>
                <a:gd name="connsiteY2" fmla="*/ 3783287 h 5032188"/>
                <a:gd name="connsiteX3" fmla="*/ 2193365 w 4387647"/>
                <a:gd name="connsiteY3" fmla="*/ 5032188 h 5032188"/>
                <a:gd name="connsiteX4" fmla="*/ 0 w 4387647"/>
                <a:gd name="connsiteY4" fmla="*/ 3783106 h 5032188"/>
                <a:gd name="connsiteX5" fmla="*/ 0 w 4387647"/>
                <a:gd name="connsiteY5" fmla="*/ 1267012 h 5032188"/>
                <a:gd name="connsiteX6" fmla="*/ 2187388 w 4387647"/>
                <a:gd name="connsiteY6" fmla="*/ 0 h 5032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387647" h="5032188">
                  <a:moveTo>
                    <a:pt x="2187388" y="0"/>
                  </a:moveTo>
                  <a:lnTo>
                    <a:pt x="4386729" y="1261035"/>
                  </a:lnTo>
                  <a:cubicBezTo>
                    <a:pt x="4390713" y="2103718"/>
                    <a:pt x="4380208" y="2940604"/>
                    <a:pt x="4384192" y="3783287"/>
                  </a:cubicBezTo>
                  <a:lnTo>
                    <a:pt x="2193365" y="5032188"/>
                  </a:lnTo>
                  <a:lnTo>
                    <a:pt x="0" y="3783106"/>
                  </a:lnTo>
                  <a:lnTo>
                    <a:pt x="0" y="1267012"/>
                  </a:lnTo>
                  <a:lnTo>
                    <a:pt x="2187388" y="0"/>
                  </a:lnTo>
                  <a:close/>
                </a:path>
              </a:pathLst>
            </a:custGeom>
            <a:noFill/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 sz="1800" noProof="0" dirty="0"/>
            </a:p>
          </p:txBody>
        </p:sp>
        <p:sp>
          <p:nvSpPr>
            <p:cNvPr id="7" name="Freeform: Shape 12">
              <a:extLst>
                <a:ext uri="{FF2B5EF4-FFF2-40B4-BE49-F238E27FC236}">
                  <a16:creationId xmlns:a16="http://schemas.microsoft.com/office/drawing/2014/main" id="{9619B847-88FE-63C2-96AC-161C08F5934F}"/>
                </a:ext>
              </a:extLst>
            </p:cNvPr>
            <p:cNvSpPr/>
            <p:nvPr/>
          </p:nvSpPr>
          <p:spPr>
            <a:xfrm>
              <a:off x="5985740" y="345168"/>
              <a:ext cx="1331054" cy="1502495"/>
            </a:xfrm>
            <a:custGeom>
              <a:avLst/>
              <a:gdLst>
                <a:gd name="connsiteX0" fmla="*/ 2187388 w 4398682"/>
                <a:gd name="connsiteY0" fmla="*/ 0 h 5032188"/>
                <a:gd name="connsiteX1" fmla="*/ 4386729 w 4398682"/>
                <a:gd name="connsiteY1" fmla="*/ 1261035 h 5032188"/>
                <a:gd name="connsiteX2" fmla="*/ 4398682 w 4398682"/>
                <a:gd name="connsiteY2" fmla="*/ 3789083 h 5032188"/>
                <a:gd name="connsiteX3" fmla="*/ 2193365 w 4398682"/>
                <a:gd name="connsiteY3" fmla="*/ 5032188 h 5032188"/>
                <a:gd name="connsiteX4" fmla="*/ 0 w 4398682"/>
                <a:gd name="connsiteY4" fmla="*/ 3783106 h 5032188"/>
                <a:gd name="connsiteX5" fmla="*/ 0 w 4398682"/>
                <a:gd name="connsiteY5" fmla="*/ 1267012 h 5032188"/>
                <a:gd name="connsiteX6" fmla="*/ 2187388 w 4398682"/>
                <a:gd name="connsiteY6" fmla="*/ 0 h 5032188"/>
                <a:gd name="connsiteX0" fmla="*/ 2187388 w 4387647"/>
                <a:gd name="connsiteY0" fmla="*/ 0 h 5032188"/>
                <a:gd name="connsiteX1" fmla="*/ 4386729 w 4387647"/>
                <a:gd name="connsiteY1" fmla="*/ 1261035 h 5032188"/>
                <a:gd name="connsiteX2" fmla="*/ 4384192 w 4387647"/>
                <a:gd name="connsiteY2" fmla="*/ 3783287 h 5032188"/>
                <a:gd name="connsiteX3" fmla="*/ 2193365 w 4387647"/>
                <a:gd name="connsiteY3" fmla="*/ 5032188 h 5032188"/>
                <a:gd name="connsiteX4" fmla="*/ 0 w 4387647"/>
                <a:gd name="connsiteY4" fmla="*/ 3783106 h 5032188"/>
                <a:gd name="connsiteX5" fmla="*/ 0 w 4387647"/>
                <a:gd name="connsiteY5" fmla="*/ 1267012 h 5032188"/>
                <a:gd name="connsiteX6" fmla="*/ 2187388 w 4387647"/>
                <a:gd name="connsiteY6" fmla="*/ 0 h 5032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387647" h="5032188">
                  <a:moveTo>
                    <a:pt x="2187388" y="0"/>
                  </a:moveTo>
                  <a:lnTo>
                    <a:pt x="4386729" y="1261035"/>
                  </a:lnTo>
                  <a:cubicBezTo>
                    <a:pt x="4390713" y="2103718"/>
                    <a:pt x="4380208" y="2940604"/>
                    <a:pt x="4384192" y="3783287"/>
                  </a:cubicBezTo>
                  <a:lnTo>
                    <a:pt x="2193365" y="5032188"/>
                  </a:lnTo>
                  <a:lnTo>
                    <a:pt x="0" y="3783106"/>
                  </a:lnTo>
                  <a:lnTo>
                    <a:pt x="0" y="1267012"/>
                  </a:lnTo>
                  <a:lnTo>
                    <a:pt x="218738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 sz="1800" noProof="0" dirty="0"/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228172F9-6711-D31B-2F7B-A4ECDEAB360C}"/>
                </a:ext>
              </a:extLst>
            </p:cNvPr>
            <p:cNvSpPr/>
            <p:nvPr/>
          </p:nvSpPr>
          <p:spPr>
            <a:xfrm>
              <a:off x="5255120" y="0"/>
              <a:ext cx="1330247" cy="603188"/>
            </a:xfrm>
            <a:custGeom>
              <a:avLst/>
              <a:gdLst>
                <a:gd name="connsiteX0" fmla="*/ 0 w 1911968"/>
                <a:gd name="connsiteY0" fmla="*/ 0 h 866964"/>
                <a:gd name="connsiteX1" fmla="*/ 1911968 w 1911968"/>
                <a:gd name="connsiteY1" fmla="*/ 0 h 866964"/>
                <a:gd name="connsiteX2" fmla="*/ 1911621 w 1911968"/>
                <a:gd name="connsiteY2" fmla="*/ 335832 h 866964"/>
                <a:gd name="connsiteX3" fmla="*/ 956364 w 1911968"/>
                <a:gd name="connsiteY3" fmla="*/ 866964 h 866964"/>
                <a:gd name="connsiteX4" fmla="*/ 0 w 1911968"/>
                <a:gd name="connsiteY4" fmla="*/ 335755 h 866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11968" h="866964">
                  <a:moveTo>
                    <a:pt x="0" y="0"/>
                  </a:moveTo>
                  <a:lnTo>
                    <a:pt x="1911968" y="0"/>
                  </a:lnTo>
                  <a:lnTo>
                    <a:pt x="1911621" y="335832"/>
                  </a:lnTo>
                  <a:lnTo>
                    <a:pt x="956364" y="866964"/>
                  </a:lnTo>
                  <a:lnTo>
                    <a:pt x="0" y="335755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190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9" name="Freeform 7">
              <a:extLst>
                <a:ext uri="{FF2B5EF4-FFF2-40B4-BE49-F238E27FC236}">
                  <a16:creationId xmlns:a16="http://schemas.microsoft.com/office/drawing/2014/main" id="{1732E38F-F657-48F0-5783-63C7EDB52F87}"/>
                </a:ext>
              </a:extLst>
            </p:cNvPr>
            <p:cNvSpPr/>
            <p:nvPr/>
          </p:nvSpPr>
          <p:spPr>
            <a:xfrm>
              <a:off x="6710252" y="0"/>
              <a:ext cx="1330247" cy="603188"/>
            </a:xfrm>
            <a:custGeom>
              <a:avLst/>
              <a:gdLst>
                <a:gd name="connsiteX0" fmla="*/ 0 w 1911968"/>
                <a:gd name="connsiteY0" fmla="*/ 0 h 866964"/>
                <a:gd name="connsiteX1" fmla="*/ 1911968 w 1911968"/>
                <a:gd name="connsiteY1" fmla="*/ 0 h 866964"/>
                <a:gd name="connsiteX2" fmla="*/ 1911621 w 1911968"/>
                <a:gd name="connsiteY2" fmla="*/ 335832 h 866964"/>
                <a:gd name="connsiteX3" fmla="*/ 956364 w 1911968"/>
                <a:gd name="connsiteY3" fmla="*/ 866964 h 866964"/>
                <a:gd name="connsiteX4" fmla="*/ 0 w 1911968"/>
                <a:gd name="connsiteY4" fmla="*/ 335755 h 866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11968" h="866964">
                  <a:moveTo>
                    <a:pt x="0" y="0"/>
                  </a:moveTo>
                  <a:lnTo>
                    <a:pt x="1911968" y="0"/>
                  </a:lnTo>
                  <a:lnTo>
                    <a:pt x="1911621" y="335832"/>
                  </a:lnTo>
                  <a:lnTo>
                    <a:pt x="956364" y="866964"/>
                  </a:lnTo>
                  <a:lnTo>
                    <a:pt x="0" y="33575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0" name="Freeform: Shape 12">
              <a:extLst>
                <a:ext uri="{FF2B5EF4-FFF2-40B4-BE49-F238E27FC236}">
                  <a16:creationId xmlns:a16="http://schemas.microsoft.com/office/drawing/2014/main" id="{601F8F38-CEFA-8374-19C9-69BA4F7D10DF}"/>
                </a:ext>
              </a:extLst>
            </p:cNvPr>
            <p:cNvSpPr/>
            <p:nvPr/>
          </p:nvSpPr>
          <p:spPr>
            <a:xfrm>
              <a:off x="1610385" y="351937"/>
              <a:ext cx="1331054" cy="1502495"/>
            </a:xfrm>
            <a:custGeom>
              <a:avLst/>
              <a:gdLst>
                <a:gd name="connsiteX0" fmla="*/ 2187388 w 4398682"/>
                <a:gd name="connsiteY0" fmla="*/ 0 h 5032188"/>
                <a:gd name="connsiteX1" fmla="*/ 4386729 w 4398682"/>
                <a:gd name="connsiteY1" fmla="*/ 1261035 h 5032188"/>
                <a:gd name="connsiteX2" fmla="*/ 4398682 w 4398682"/>
                <a:gd name="connsiteY2" fmla="*/ 3789083 h 5032188"/>
                <a:gd name="connsiteX3" fmla="*/ 2193365 w 4398682"/>
                <a:gd name="connsiteY3" fmla="*/ 5032188 h 5032188"/>
                <a:gd name="connsiteX4" fmla="*/ 0 w 4398682"/>
                <a:gd name="connsiteY4" fmla="*/ 3783106 h 5032188"/>
                <a:gd name="connsiteX5" fmla="*/ 0 w 4398682"/>
                <a:gd name="connsiteY5" fmla="*/ 1267012 h 5032188"/>
                <a:gd name="connsiteX6" fmla="*/ 2187388 w 4398682"/>
                <a:gd name="connsiteY6" fmla="*/ 0 h 5032188"/>
                <a:gd name="connsiteX0" fmla="*/ 2187388 w 4387647"/>
                <a:gd name="connsiteY0" fmla="*/ 0 h 5032188"/>
                <a:gd name="connsiteX1" fmla="*/ 4386729 w 4387647"/>
                <a:gd name="connsiteY1" fmla="*/ 1261035 h 5032188"/>
                <a:gd name="connsiteX2" fmla="*/ 4384192 w 4387647"/>
                <a:gd name="connsiteY2" fmla="*/ 3783287 h 5032188"/>
                <a:gd name="connsiteX3" fmla="*/ 2193365 w 4387647"/>
                <a:gd name="connsiteY3" fmla="*/ 5032188 h 5032188"/>
                <a:gd name="connsiteX4" fmla="*/ 0 w 4387647"/>
                <a:gd name="connsiteY4" fmla="*/ 3783106 h 5032188"/>
                <a:gd name="connsiteX5" fmla="*/ 0 w 4387647"/>
                <a:gd name="connsiteY5" fmla="*/ 1267012 h 5032188"/>
                <a:gd name="connsiteX6" fmla="*/ 2187388 w 4387647"/>
                <a:gd name="connsiteY6" fmla="*/ 0 h 5032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387647" h="5032188">
                  <a:moveTo>
                    <a:pt x="2187388" y="0"/>
                  </a:moveTo>
                  <a:lnTo>
                    <a:pt x="4386729" y="1261035"/>
                  </a:lnTo>
                  <a:cubicBezTo>
                    <a:pt x="4390713" y="2103718"/>
                    <a:pt x="4380208" y="2940604"/>
                    <a:pt x="4384192" y="3783287"/>
                  </a:cubicBezTo>
                  <a:lnTo>
                    <a:pt x="2193365" y="5032188"/>
                  </a:lnTo>
                  <a:lnTo>
                    <a:pt x="0" y="3783106"/>
                  </a:lnTo>
                  <a:lnTo>
                    <a:pt x="0" y="1267012"/>
                  </a:lnTo>
                  <a:lnTo>
                    <a:pt x="2187388" y="0"/>
                  </a:lnTo>
                  <a:close/>
                </a:path>
              </a:pathLst>
            </a:custGeom>
            <a:noFill/>
            <a:ln w="19050"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 sz="1800" noProof="0" dirty="0"/>
            </a:p>
          </p:txBody>
        </p:sp>
        <p:sp>
          <p:nvSpPr>
            <p:cNvPr id="11" name="Freeform 9">
              <a:extLst>
                <a:ext uri="{FF2B5EF4-FFF2-40B4-BE49-F238E27FC236}">
                  <a16:creationId xmlns:a16="http://schemas.microsoft.com/office/drawing/2014/main" id="{0659428E-002A-3B5E-D9E8-A2B206826D40}"/>
                </a:ext>
              </a:extLst>
            </p:cNvPr>
            <p:cNvSpPr/>
            <p:nvPr/>
          </p:nvSpPr>
          <p:spPr>
            <a:xfrm>
              <a:off x="879765" y="0"/>
              <a:ext cx="1330247" cy="603188"/>
            </a:xfrm>
            <a:custGeom>
              <a:avLst/>
              <a:gdLst>
                <a:gd name="connsiteX0" fmla="*/ 0 w 1911968"/>
                <a:gd name="connsiteY0" fmla="*/ 0 h 866964"/>
                <a:gd name="connsiteX1" fmla="*/ 1911968 w 1911968"/>
                <a:gd name="connsiteY1" fmla="*/ 0 h 866964"/>
                <a:gd name="connsiteX2" fmla="*/ 1911621 w 1911968"/>
                <a:gd name="connsiteY2" fmla="*/ 335832 h 866964"/>
                <a:gd name="connsiteX3" fmla="*/ 956364 w 1911968"/>
                <a:gd name="connsiteY3" fmla="*/ 866964 h 866964"/>
                <a:gd name="connsiteX4" fmla="*/ 0 w 1911968"/>
                <a:gd name="connsiteY4" fmla="*/ 335755 h 866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11968" h="866964">
                  <a:moveTo>
                    <a:pt x="0" y="0"/>
                  </a:moveTo>
                  <a:lnTo>
                    <a:pt x="1911968" y="0"/>
                  </a:lnTo>
                  <a:lnTo>
                    <a:pt x="1911621" y="335832"/>
                  </a:lnTo>
                  <a:lnTo>
                    <a:pt x="956364" y="866964"/>
                  </a:lnTo>
                  <a:lnTo>
                    <a:pt x="0" y="335755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190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F3F6BB30-EA63-53B6-1493-0B0220BC1FF8}"/>
                </a:ext>
              </a:extLst>
            </p:cNvPr>
            <p:cNvSpPr/>
            <p:nvPr/>
          </p:nvSpPr>
          <p:spPr>
            <a:xfrm>
              <a:off x="2336512" y="-10376"/>
              <a:ext cx="1330247" cy="603188"/>
            </a:xfrm>
            <a:custGeom>
              <a:avLst/>
              <a:gdLst>
                <a:gd name="connsiteX0" fmla="*/ 0 w 1911968"/>
                <a:gd name="connsiteY0" fmla="*/ 0 h 866964"/>
                <a:gd name="connsiteX1" fmla="*/ 1911968 w 1911968"/>
                <a:gd name="connsiteY1" fmla="*/ 0 h 866964"/>
                <a:gd name="connsiteX2" fmla="*/ 1911621 w 1911968"/>
                <a:gd name="connsiteY2" fmla="*/ 335832 h 866964"/>
                <a:gd name="connsiteX3" fmla="*/ 956364 w 1911968"/>
                <a:gd name="connsiteY3" fmla="*/ 866964 h 866964"/>
                <a:gd name="connsiteX4" fmla="*/ 0 w 1911968"/>
                <a:gd name="connsiteY4" fmla="*/ 335755 h 866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11968" h="866964">
                  <a:moveTo>
                    <a:pt x="0" y="0"/>
                  </a:moveTo>
                  <a:lnTo>
                    <a:pt x="1911968" y="0"/>
                  </a:lnTo>
                  <a:lnTo>
                    <a:pt x="1911621" y="335832"/>
                  </a:lnTo>
                  <a:lnTo>
                    <a:pt x="956364" y="866964"/>
                  </a:lnTo>
                  <a:lnTo>
                    <a:pt x="0" y="335755"/>
                  </a:lnTo>
                  <a:close/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3B6E5B6F-28D6-E7F3-B009-0B5623E38F22}"/>
                </a:ext>
              </a:extLst>
            </p:cNvPr>
            <p:cNvSpPr/>
            <p:nvPr/>
          </p:nvSpPr>
          <p:spPr>
            <a:xfrm>
              <a:off x="8160084" y="-10376"/>
              <a:ext cx="1330247" cy="603188"/>
            </a:xfrm>
            <a:custGeom>
              <a:avLst/>
              <a:gdLst>
                <a:gd name="connsiteX0" fmla="*/ 0 w 1911968"/>
                <a:gd name="connsiteY0" fmla="*/ 0 h 866964"/>
                <a:gd name="connsiteX1" fmla="*/ 1911968 w 1911968"/>
                <a:gd name="connsiteY1" fmla="*/ 0 h 866964"/>
                <a:gd name="connsiteX2" fmla="*/ 1911621 w 1911968"/>
                <a:gd name="connsiteY2" fmla="*/ 335832 h 866964"/>
                <a:gd name="connsiteX3" fmla="*/ 956364 w 1911968"/>
                <a:gd name="connsiteY3" fmla="*/ 866964 h 866964"/>
                <a:gd name="connsiteX4" fmla="*/ 0 w 1911968"/>
                <a:gd name="connsiteY4" fmla="*/ 335755 h 866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11968" h="866964">
                  <a:moveTo>
                    <a:pt x="0" y="0"/>
                  </a:moveTo>
                  <a:lnTo>
                    <a:pt x="1911968" y="0"/>
                  </a:lnTo>
                  <a:lnTo>
                    <a:pt x="1911621" y="335832"/>
                  </a:lnTo>
                  <a:lnTo>
                    <a:pt x="956364" y="866964"/>
                  </a:lnTo>
                  <a:lnTo>
                    <a:pt x="0" y="335755"/>
                  </a:lnTo>
                  <a:close/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4817D92F-B8AA-2300-DC90-9AA1D5E54408}"/>
                </a:ext>
              </a:extLst>
            </p:cNvPr>
            <p:cNvSpPr/>
            <p:nvPr/>
          </p:nvSpPr>
          <p:spPr>
            <a:xfrm>
              <a:off x="9615216" y="0"/>
              <a:ext cx="1330247" cy="603188"/>
            </a:xfrm>
            <a:custGeom>
              <a:avLst/>
              <a:gdLst>
                <a:gd name="connsiteX0" fmla="*/ 0 w 1911968"/>
                <a:gd name="connsiteY0" fmla="*/ 0 h 866964"/>
                <a:gd name="connsiteX1" fmla="*/ 1911968 w 1911968"/>
                <a:gd name="connsiteY1" fmla="*/ 0 h 866964"/>
                <a:gd name="connsiteX2" fmla="*/ 1911621 w 1911968"/>
                <a:gd name="connsiteY2" fmla="*/ 335832 h 866964"/>
                <a:gd name="connsiteX3" fmla="*/ 956364 w 1911968"/>
                <a:gd name="connsiteY3" fmla="*/ 866964 h 866964"/>
                <a:gd name="connsiteX4" fmla="*/ 0 w 1911968"/>
                <a:gd name="connsiteY4" fmla="*/ 335755 h 866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11968" h="866964">
                  <a:moveTo>
                    <a:pt x="0" y="0"/>
                  </a:moveTo>
                  <a:lnTo>
                    <a:pt x="1911968" y="0"/>
                  </a:lnTo>
                  <a:lnTo>
                    <a:pt x="1911621" y="335832"/>
                  </a:lnTo>
                  <a:lnTo>
                    <a:pt x="956364" y="866964"/>
                  </a:lnTo>
                  <a:lnTo>
                    <a:pt x="0" y="335755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" name="Freeform: Shape 12">
              <a:extLst>
                <a:ext uri="{FF2B5EF4-FFF2-40B4-BE49-F238E27FC236}">
                  <a16:creationId xmlns:a16="http://schemas.microsoft.com/office/drawing/2014/main" id="{F40AC1C2-6632-AEFE-E7DF-2E1BB06D857A}"/>
                </a:ext>
              </a:extLst>
            </p:cNvPr>
            <p:cNvSpPr/>
            <p:nvPr/>
          </p:nvSpPr>
          <p:spPr>
            <a:xfrm>
              <a:off x="10342958" y="320527"/>
              <a:ext cx="1331054" cy="1502495"/>
            </a:xfrm>
            <a:custGeom>
              <a:avLst/>
              <a:gdLst>
                <a:gd name="connsiteX0" fmla="*/ 2187388 w 4398682"/>
                <a:gd name="connsiteY0" fmla="*/ 0 h 5032188"/>
                <a:gd name="connsiteX1" fmla="*/ 4386729 w 4398682"/>
                <a:gd name="connsiteY1" fmla="*/ 1261035 h 5032188"/>
                <a:gd name="connsiteX2" fmla="*/ 4398682 w 4398682"/>
                <a:gd name="connsiteY2" fmla="*/ 3789083 h 5032188"/>
                <a:gd name="connsiteX3" fmla="*/ 2193365 w 4398682"/>
                <a:gd name="connsiteY3" fmla="*/ 5032188 h 5032188"/>
                <a:gd name="connsiteX4" fmla="*/ 0 w 4398682"/>
                <a:gd name="connsiteY4" fmla="*/ 3783106 h 5032188"/>
                <a:gd name="connsiteX5" fmla="*/ 0 w 4398682"/>
                <a:gd name="connsiteY5" fmla="*/ 1267012 h 5032188"/>
                <a:gd name="connsiteX6" fmla="*/ 2187388 w 4398682"/>
                <a:gd name="connsiteY6" fmla="*/ 0 h 5032188"/>
                <a:gd name="connsiteX0" fmla="*/ 2187388 w 4387647"/>
                <a:gd name="connsiteY0" fmla="*/ 0 h 5032188"/>
                <a:gd name="connsiteX1" fmla="*/ 4386729 w 4387647"/>
                <a:gd name="connsiteY1" fmla="*/ 1261035 h 5032188"/>
                <a:gd name="connsiteX2" fmla="*/ 4384192 w 4387647"/>
                <a:gd name="connsiteY2" fmla="*/ 3783287 h 5032188"/>
                <a:gd name="connsiteX3" fmla="*/ 2193365 w 4387647"/>
                <a:gd name="connsiteY3" fmla="*/ 5032188 h 5032188"/>
                <a:gd name="connsiteX4" fmla="*/ 0 w 4387647"/>
                <a:gd name="connsiteY4" fmla="*/ 3783106 h 5032188"/>
                <a:gd name="connsiteX5" fmla="*/ 0 w 4387647"/>
                <a:gd name="connsiteY5" fmla="*/ 1267012 h 5032188"/>
                <a:gd name="connsiteX6" fmla="*/ 2187388 w 4387647"/>
                <a:gd name="connsiteY6" fmla="*/ 0 h 5032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387647" h="5032188">
                  <a:moveTo>
                    <a:pt x="2187388" y="0"/>
                  </a:moveTo>
                  <a:lnTo>
                    <a:pt x="4386729" y="1261035"/>
                  </a:lnTo>
                  <a:cubicBezTo>
                    <a:pt x="4390713" y="2103718"/>
                    <a:pt x="4380208" y="2940604"/>
                    <a:pt x="4384192" y="3783287"/>
                  </a:cubicBezTo>
                  <a:lnTo>
                    <a:pt x="2193365" y="5032188"/>
                  </a:lnTo>
                  <a:lnTo>
                    <a:pt x="0" y="3783106"/>
                  </a:lnTo>
                  <a:lnTo>
                    <a:pt x="0" y="1267012"/>
                  </a:lnTo>
                  <a:lnTo>
                    <a:pt x="2187388" y="0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 sz="1800" noProof="0" dirty="0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487168"/>
            <a:ext cx="4572000" cy="3383280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17920" y="2487168"/>
            <a:ext cx="5029200" cy="3383280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37874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with image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EC2501B-DEA6-190E-3633-E32F635B7C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3200400"/>
            <a:ext cx="5029200" cy="2743200"/>
          </a:xfrm>
        </p:spPr>
        <p:txBody>
          <a:bodyPr anchor="t">
            <a:normAutofit/>
          </a:bodyPr>
          <a:lstStyle>
            <a:lvl1pPr>
              <a:defRPr sz="4800"/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pic>
        <p:nvPicPr>
          <p:cNvPr id="10" name="Picture Placeholder 31">
            <a:extLst>
              <a:ext uri="{FF2B5EF4-FFF2-40B4-BE49-F238E27FC236}">
                <a16:creationId xmlns:a16="http://schemas.microsoft.com/office/drawing/2014/main" id="{373D33A6-83B0-5538-2873-8856E4E60D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555" b="2555"/>
          <a:stretch>
            <a:fillRect/>
          </a:stretch>
        </p:blipFill>
        <p:spPr>
          <a:xfrm>
            <a:off x="6504265" y="3029080"/>
            <a:ext cx="1570617" cy="17968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solidFill>
            <a:schemeClr val="accent5">
              <a:alpha val="30000"/>
            </a:schemeClr>
          </a:solidFill>
        </p:spPr>
      </p:pic>
      <p:sp>
        <p:nvSpPr>
          <p:cNvPr id="7" name="Content placeholder 47">
            <a:extLst>
              <a:ext uri="{FF2B5EF4-FFF2-40B4-BE49-F238E27FC236}">
                <a16:creationId xmlns:a16="http://schemas.microsoft.com/office/drawing/2014/main" id="{3944D979-8121-82AA-A130-38072F1EA83F}"/>
              </a:ext>
            </a:extLst>
          </p:cNvPr>
          <p:cNvSpPr>
            <a:spLocks noGrp="1"/>
          </p:cNvSpPr>
          <p:nvPr>
            <p:ph type="pic" sz="quarter" idx="47" hasCustomPrompt="1"/>
          </p:nvPr>
        </p:nvSpPr>
        <p:spPr>
          <a:xfrm>
            <a:off x="7493157" y="529148"/>
            <a:ext cx="4248873" cy="473113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altLang="zh-CN" noProof="0" dirty="0"/>
              <a:t>Click icon to add picture≈≈</a:t>
            </a:r>
          </a:p>
        </p:txBody>
      </p:sp>
      <p:sp>
        <p:nvSpPr>
          <p:cNvPr id="27" name="Content placeholder 47" descr="Click icon to add picture">
            <a:extLst>
              <a:ext uri="{FF2B5EF4-FFF2-40B4-BE49-F238E27FC236}">
                <a16:creationId xmlns:a16="http://schemas.microsoft.com/office/drawing/2014/main" id="{EA8265B5-83C5-4AE9-88AB-3F2443B57F0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261872" y="2240280"/>
            <a:ext cx="5029200" cy="760288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000" b="0">
                <a:solidFill>
                  <a:schemeClr val="bg1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noProof="0"/>
              <a:t>Click to edit Master text styles</a:t>
            </a:r>
          </a:p>
        </p:txBody>
      </p:sp>
      <p:sp>
        <p:nvSpPr>
          <p:cNvPr id="5" name="Freeform: Shape 25">
            <a:extLst>
              <a:ext uri="{FF2B5EF4-FFF2-40B4-BE49-F238E27FC236}">
                <a16:creationId xmlns:a16="http://schemas.microsoft.com/office/drawing/2014/main" id="{8A1DBD66-3066-DF70-EF94-95DF0D7A6503}"/>
              </a:ext>
            </a:extLst>
          </p:cNvPr>
          <p:cNvSpPr/>
          <p:nvPr userDrawn="1"/>
        </p:nvSpPr>
        <p:spPr>
          <a:xfrm flipH="1">
            <a:off x="7400972" y="4594440"/>
            <a:ext cx="1347680" cy="1581179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6" name="Freeform: Shape 11">
            <a:extLst>
              <a:ext uri="{FF2B5EF4-FFF2-40B4-BE49-F238E27FC236}">
                <a16:creationId xmlns:a16="http://schemas.microsoft.com/office/drawing/2014/main" id="{D2CC929C-40BF-4EF5-7910-7F657CAF8CA9}"/>
              </a:ext>
            </a:extLst>
          </p:cNvPr>
          <p:cNvSpPr/>
          <p:nvPr userDrawn="1"/>
        </p:nvSpPr>
        <p:spPr>
          <a:xfrm>
            <a:off x="6521016" y="4772906"/>
            <a:ext cx="663381" cy="75892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cxnSp>
        <p:nvCxnSpPr>
          <p:cNvPr id="9" name="Straight Connector 2">
            <a:extLst>
              <a:ext uri="{FF2B5EF4-FFF2-40B4-BE49-F238E27FC236}">
                <a16:creationId xmlns:a16="http://schemas.microsoft.com/office/drawing/2014/main" id="{66E94398-47F0-267C-6791-5C30B1CEF496}"/>
              </a:ext>
            </a:extLst>
          </p:cNvPr>
          <p:cNvCxnSpPr/>
          <p:nvPr userDrawn="1"/>
        </p:nvCxnSpPr>
        <p:spPr>
          <a:xfrm>
            <a:off x="1142663" y="2282891"/>
            <a:ext cx="0" cy="760288"/>
          </a:xfrm>
          <a:prstGeom prst="line">
            <a:avLst/>
          </a:prstGeom>
          <a:noFill/>
          <a:ln w="19050" cap="flat" cmpd="sng" algn="ctr">
            <a:solidFill>
              <a:srgbClr val="D84400"/>
            </a:solidFill>
            <a:prstDash val="solid"/>
            <a:miter lim="800000"/>
          </a:ln>
          <a:effectLst/>
        </p:spPr>
      </p:cxnSp>
    </p:spTree>
    <p:extLst>
      <p:ext uri="{BB962C8B-B14F-4D97-AF65-F5344CB8AC3E}">
        <p14:creationId xmlns:p14="http://schemas.microsoft.com/office/powerpoint/2010/main" val="7779262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28">
          <p15:clr>
            <a:srgbClr val="FBAE40"/>
          </p15:clr>
        </p15:guide>
        <p15:guide id="2" orient="horz" pos="528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Placeholder 4">
            <a:extLst>
              <a:ext uri="{FF2B5EF4-FFF2-40B4-BE49-F238E27FC236}">
                <a16:creationId xmlns:a16="http://schemas.microsoft.com/office/drawing/2014/main" id="{05751864-B11A-0286-13EA-2AC2A2C8DD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31520"/>
            <a:ext cx="4663440" cy="173736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E7A93C-2947-B6E4-C693-7C485DDC01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52160" y="731520"/>
            <a:ext cx="5486400" cy="17373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8A3F288-990F-014E-F099-1E3091477CA7}"/>
              </a:ext>
            </a:extLst>
          </p:cNvPr>
          <p:cNvSpPr>
            <a:spLocks noGrp="1"/>
          </p:cNvSpPr>
          <p:nvPr>
            <p:ph idx="30"/>
          </p:nvPr>
        </p:nvSpPr>
        <p:spPr>
          <a:xfrm>
            <a:off x="914400" y="2743200"/>
            <a:ext cx="8348472" cy="3374136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reeform: Shape 5">
            <a:extLst>
              <a:ext uri="{FF2B5EF4-FFF2-40B4-BE49-F238E27FC236}">
                <a16:creationId xmlns:a16="http://schemas.microsoft.com/office/drawing/2014/main" id="{3F619E6B-153E-B522-47EB-4104C405736C}"/>
              </a:ext>
            </a:extLst>
          </p:cNvPr>
          <p:cNvSpPr/>
          <p:nvPr userDrawn="1"/>
        </p:nvSpPr>
        <p:spPr>
          <a:xfrm>
            <a:off x="10551278" y="4665388"/>
            <a:ext cx="603952" cy="68174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687A7B3D-E004-6D6A-5979-8F1BADBC9237}"/>
              </a:ext>
            </a:extLst>
          </p:cNvPr>
          <p:cNvSpPr/>
          <p:nvPr userDrawn="1"/>
        </p:nvSpPr>
        <p:spPr>
          <a:xfrm>
            <a:off x="10524774" y="5146146"/>
            <a:ext cx="1667226" cy="1711855"/>
          </a:xfrm>
          <a:custGeom>
            <a:avLst/>
            <a:gdLst>
              <a:gd name="connsiteX0" fmla="*/ 998834 w 1667226"/>
              <a:gd name="connsiteY0" fmla="*/ 0 h 1711855"/>
              <a:gd name="connsiteX1" fmla="*/ 1667226 w 1667226"/>
              <a:gd name="connsiteY1" fmla="*/ 373790 h 1711855"/>
              <a:gd name="connsiteX2" fmla="*/ 1667226 w 1667226"/>
              <a:gd name="connsiteY2" fmla="*/ 1711855 h 1711855"/>
              <a:gd name="connsiteX3" fmla="*/ 48502 w 1667226"/>
              <a:gd name="connsiteY3" fmla="*/ 1711855 h 1711855"/>
              <a:gd name="connsiteX4" fmla="*/ 0 w 1667226"/>
              <a:gd name="connsiteY4" fmla="*/ 1684915 h 1711855"/>
              <a:gd name="connsiteX5" fmla="*/ 0 w 1667226"/>
              <a:gd name="connsiteY5" fmla="*/ 564300 h 17118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667226" h="1711855">
                <a:moveTo>
                  <a:pt x="998834" y="0"/>
                </a:moveTo>
                <a:lnTo>
                  <a:pt x="1667226" y="373790"/>
                </a:lnTo>
                <a:lnTo>
                  <a:pt x="1667226" y="1711855"/>
                </a:lnTo>
                <a:lnTo>
                  <a:pt x="48502" y="1711855"/>
                </a:lnTo>
                <a:lnTo>
                  <a:pt x="0" y="1684915"/>
                </a:lnTo>
                <a:lnTo>
                  <a:pt x="0" y="564300"/>
                </a:lnTo>
                <a:close/>
              </a:path>
            </a:pathLst>
          </a:cu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3" name="Freeform: Shape 11">
            <a:extLst>
              <a:ext uri="{FF2B5EF4-FFF2-40B4-BE49-F238E27FC236}">
                <a16:creationId xmlns:a16="http://schemas.microsoft.com/office/drawing/2014/main" id="{A4CA3A93-BDBF-112D-54A0-05BF6B06BCC1}"/>
              </a:ext>
            </a:extLst>
          </p:cNvPr>
          <p:cNvSpPr/>
          <p:nvPr userDrawn="1"/>
        </p:nvSpPr>
        <p:spPr>
          <a:xfrm>
            <a:off x="10177285" y="5347130"/>
            <a:ext cx="748554" cy="85636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F7A154B-D8F5-C1FB-307D-496380875BD1}"/>
              </a:ext>
            </a:extLst>
          </p:cNvPr>
          <p:cNvSpPr>
            <a:spLocks noGrp="1"/>
          </p:cNvSpPr>
          <p:nvPr>
            <p:ph type="ftr" sz="quarter" idx="28"/>
          </p:nvPr>
        </p:nvSpPr>
        <p:spPr/>
        <p:txBody>
          <a:bodyPr>
            <a:noAutofit/>
          </a:bodyPr>
          <a:lstStyle/>
          <a:p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728715E-D2CE-A33E-1A28-4E627F239BBE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>
            <a:noAutofit/>
          </a:bodyPr>
          <a:lstStyle/>
          <a:p>
            <a:fld id="{47FEACEE-25B4-4A2D-B147-27296E36371D}" type="slidenum">
              <a:rPr lang="en-US" altLang="zh-CN" noProof="0" smtClean="0"/>
              <a:pPr/>
              <a:t>‹#›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21212563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0C1D3CF-F6AF-93EB-C40E-C278E58442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31520"/>
            <a:ext cx="3931920" cy="2103120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2317990C-ED42-30BE-0501-F9C5B4A48B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3108960"/>
            <a:ext cx="3931920" cy="26517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4AC62875-1B1B-E814-6549-162A8DBF8929}"/>
              </a:ext>
            </a:extLst>
          </p:cNvPr>
          <p:cNvSpPr>
            <a:spLocks noGrp="1"/>
          </p:cNvSpPr>
          <p:nvPr>
            <p:ph type="pic" sz="quarter" idx="54"/>
          </p:nvPr>
        </p:nvSpPr>
        <p:spPr>
          <a:xfrm>
            <a:off x="5745002" y="0"/>
            <a:ext cx="6446999" cy="6858000"/>
          </a:xfrm>
          <a:custGeom>
            <a:avLst/>
            <a:gdLst>
              <a:gd name="connsiteX0" fmla="*/ 2513726 w 6446999"/>
              <a:gd name="connsiteY0" fmla="*/ 0 h 6858000"/>
              <a:gd name="connsiteX1" fmla="*/ 4301949 w 6446999"/>
              <a:gd name="connsiteY1" fmla="*/ 0 h 6858000"/>
              <a:gd name="connsiteX2" fmla="*/ 6446999 w 6446999"/>
              <a:gd name="connsiteY2" fmla="*/ 1338386 h 6858000"/>
              <a:gd name="connsiteX3" fmla="*/ 6446999 w 6446999"/>
              <a:gd name="connsiteY3" fmla="*/ 5624376 h 6858000"/>
              <a:gd name="connsiteX4" fmla="*/ 4342124 w 6446999"/>
              <a:gd name="connsiteY4" fmla="*/ 6858000 h 6858000"/>
              <a:gd name="connsiteX5" fmla="*/ 2553921 w 6446999"/>
              <a:gd name="connsiteY5" fmla="*/ 6858000 h 6858000"/>
              <a:gd name="connsiteX6" fmla="*/ 661 w 6446999"/>
              <a:gd name="connsiteY6" fmla="*/ 5339864 h 6858000"/>
              <a:gd name="connsiteX7" fmla="*/ 299 w 6446999"/>
              <a:gd name="connsiteY7" fmla="*/ 139604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446999" h="6858000">
                <a:moveTo>
                  <a:pt x="2513726" y="0"/>
                </a:moveTo>
                <a:lnTo>
                  <a:pt x="4301949" y="0"/>
                </a:lnTo>
                <a:lnTo>
                  <a:pt x="6446999" y="1338386"/>
                </a:lnTo>
                <a:lnTo>
                  <a:pt x="6446999" y="5624376"/>
                </a:lnTo>
                <a:lnTo>
                  <a:pt x="4342124" y="6858000"/>
                </a:lnTo>
                <a:lnTo>
                  <a:pt x="2553921" y="6858000"/>
                </a:lnTo>
                <a:lnTo>
                  <a:pt x="661" y="5339864"/>
                </a:lnTo>
                <a:cubicBezTo>
                  <a:pt x="-1473" y="4048155"/>
                  <a:pt x="2433" y="2687753"/>
                  <a:pt x="299" y="1396044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>
              <a:buNone/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F6C45B-70BB-86F1-1866-F93BEC26ACF8}"/>
              </a:ext>
            </a:extLst>
          </p:cNvPr>
          <p:cNvSpPr>
            <a:spLocks noGrp="1"/>
          </p:cNvSpPr>
          <p:nvPr>
            <p:ph type="ftr" sz="quarter" idx="52"/>
          </p:nvPr>
        </p:nvSpPr>
        <p:spPr/>
        <p:txBody>
          <a:bodyPr>
            <a:noAutofit/>
          </a:bodyPr>
          <a:lstStyle/>
          <a:p>
            <a:endParaRPr lang="en-US" noProof="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70044D-485D-043B-9D5B-C01AA8E06447}"/>
              </a:ext>
            </a:extLst>
          </p:cNvPr>
          <p:cNvSpPr>
            <a:spLocks noGrp="1"/>
          </p:cNvSpPr>
          <p:nvPr>
            <p:ph type="sldNum" sz="quarter" idx="53"/>
          </p:nvPr>
        </p:nvSpPr>
        <p:spPr/>
        <p:txBody>
          <a:bodyPr>
            <a:noAutofit/>
          </a:bodyPr>
          <a:lstStyle/>
          <a:p>
            <a:fld id="{47FEACEE-25B4-4A2D-B147-27296E36371D}" type="slidenum">
              <a:rPr lang="en-US" altLang="zh-CN" noProof="0" smtClean="0"/>
              <a:pPr/>
              <a:t>‹#›</a:t>
            </a:fld>
            <a:endParaRPr lang="en-US" altLang="zh-CN" noProof="0" dirty="0"/>
          </a:p>
        </p:txBody>
      </p:sp>
      <p:sp>
        <p:nvSpPr>
          <p:cNvPr id="2" name="Freeform: Shape 1">
            <a:extLst>
              <a:ext uri="{FF2B5EF4-FFF2-40B4-BE49-F238E27FC236}">
                <a16:creationId xmlns:a16="http://schemas.microsoft.com/office/drawing/2014/main" id="{D91FB993-29E1-3DBD-8335-7970016F8D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203802" y="480395"/>
            <a:ext cx="1896941" cy="217161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rgbClr val="C95B3A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dirty="0">
              <a:ln>
                <a:noFill/>
              </a:ln>
              <a:solidFill>
                <a:srgbClr val="F7D952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612598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3">
            <a:extLst>
              <a:ext uri="{FF2B5EF4-FFF2-40B4-BE49-F238E27FC236}">
                <a16:creationId xmlns:a16="http://schemas.microsoft.com/office/drawing/2014/main" id="{12BFFCE7-C68B-4904-8795-9589C3F38FD4}"/>
              </a:ext>
            </a:extLst>
          </p:cNvPr>
          <p:cNvSpPr/>
          <p:nvPr userDrawn="1"/>
        </p:nvSpPr>
        <p:spPr>
          <a:xfrm>
            <a:off x="636161" y="5854024"/>
            <a:ext cx="2330137" cy="708120"/>
          </a:xfrm>
          <a:prstGeom prst="rect">
            <a:avLst/>
          </a:prstGeom>
          <a:solidFill>
            <a:srgbClr val="0F26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" name="Freeform: Shape 19">
            <a:extLst>
              <a:ext uri="{FF2B5EF4-FFF2-40B4-BE49-F238E27FC236}">
                <a16:creationId xmlns:a16="http://schemas.microsoft.com/office/drawing/2014/main" id="{9D307BA6-8A60-85D7-CC8B-894256DC4B90}"/>
              </a:ext>
            </a:extLst>
          </p:cNvPr>
          <p:cNvSpPr/>
          <p:nvPr userDrawn="1"/>
        </p:nvSpPr>
        <p:spPr>
          <a:xfrm>
            <a:off x="8517470" y="2248218"/>
            <a:ext cx="1886361" cy="2213189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7" name="Freeform: Shape 19">
            <a:extLst>
              <a:ext uri="{FF2B5EF4-FFF2-40B4-BE49-F238E27FC236}">
                <a16:creationId xmlns:a16="http://schemas.microsoft.com/office/drawing/2014/main" id="{F38B75F8-75D4-4B41-B7C7-433032DD0A6F}"/>
              </a:ext>
            </a:extLst>
          </p:cNvPr>
          <p:cNvSpPr/>
          <p:nvPr userDrawn="1"/>
        </p:nvSpPr>
        <p:spPr>
          <a:xfrm>
            <a:off x="9578882" y="460803"/>
            <a:ext cx="1886361" cy="2213189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8" name="Freeform: Shape 24">
            <a:extLst>
              <a:ext uri="{FF2B5EF4-FFF2-40B4-BE49-F238E27FC236}">
                <a16:creationId xmlns:a16="http://schemas.microsoft.com/office/drawing/2014/main" id="{671D1224-EDDC-4900-92DC-13608D44C524}"/>
              </a:ext>
            </a:extLst>
          </p:cNvPr>
          <p:cNvSpPr/>
          <p:nvPr userDrawn="1"/>
        </p:nvSpPr>
        <p:spPr>
          <a:xfrm>
            <a:off x="9522496" y="4057904"/>
            <a:ext cx="1886359" cy="2213189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635A9E44-4E60-1AD1-0B85-72422683B48A}"/>
              </a:ext>
            </a:extLst>
          </p:cNvPr>
          <p:cNvSpPr/>
          <p:nvPr userDrawn="1"/>
        </p:nvSpPr>
        <p:spPr>
          <a:xfrm>
            <a:off x="11034052" y="3709992"/>
            <a:ext cx="1173188" cy="1502830"/>
          </a:xfrm>
          <a:custGeom>
            <a:avLst/>
            <a:gdLst>
              <a:gd name="connsiteX0" fmla="*/ 638572 w 1157948"/>
              <a:gd name="connsiteY0" fmla="*/ 0 h 1502830"/>
              <a:gd name="connsiteX1" fmla="*/ 0 w 1157948"/>
              <a:gd name="connsiteY1" fmla="*/ 378385 h 1502830"/>
              <a:gd name="connsiteX2" fmla="*/ 0 w 1157948"/>
              <a:gd name="connsiteY2" fmla="*/ 1129800 h 1502830"/>
              <a:gd name="connsiteX3" fmla="*/ 640317 w 1157948"/>
              <a:gd name="connsiteY3" fmla="*/ 1502830 h 1502830"/>
              <a:gd name="connsiteX4" fmla="*/ 1157948 w 1157948"/>
              <a:gd name="connsiteY4" fmla="*/ 1200968 h 1502830"/>
              <a:gd name="connsiteX5" fmla="*/ 1157948 w 1157948"/>
              <a:gd name="connsiteY5" fmla="*/ 304639 h 15028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57948" h="1502830">
                <a:moveTo>
                  <a:pt x="638572" y="0"/>
                </a:moveTo>
                <a:lnTo>
                  <a:pt x="0" y="378385"/>
                </a:lnTo>
                <a:lnTo>
                  <a:pt x="0" y="1129800"/>
                </a:lnTo>
                <a:lnTo>
                  <a:pt x="640317" y="1502830"/>
                </a:lnTo>
                <a:lnTo>
                  <a:pt x="1157948" y="1200968"/>
                </a:lnTo>
                <a:lnTo>
                  <a:pt x="1157948" y="304639"/>
                </a:lnTo>
                <a:close/>
              </a:path>
            </a:pathLst>
          </a:cu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D041C638-CBB8-1159-9AF8-B5D14CC7BE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060704"/>
            <a:ext cx="7132320" cy="1773936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E34C76-4814-6AFA-CEFD-F82B9ED9BB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3108960"/>
            <a:ext cx="3291840" cy="2651760"/>
          </a:xfrm>
        </p:spPr>
        <p:txBody>
          <a:bodyPr/>
          <a:lstStyle>
            <a:lvl1pPr marL="0" indent="0">
              <a:buNone/>
              <a:defRPr sz="1800"/>
            </a:lvl1pPr>
            <a:lvl2pPr marL="347472">
              <a:defRPr sz="1800"/>
            </a:lvl2pPr>
            <a:lvl3pPr marL="731520">
              <a:defRPr sz="1800"/>
            </a:lvl3pPr>
            <a:lvl4pPr marL="1097280"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D42F254A-B4C7-D072-FEB9-22F9A2B0CA64}"/>
              </a:ext>
            </a:extLst>
          </p:cNvPr>
          <p:cNvSpPr>
            <a:spLocks noGrp="1"/>
          </p:cNvSpPr>
          <p:nvPr>
            <p:ph idx="56"/>
          </p:nvPr>
        </p:nvSpPr>
        <p:spPr>
          <a:xfrm>
            <a:off x="4754880" y="3108960"/>
            <a:ext cx="3291840" cy="2651760"/>
          </a:xfrm>
        </p:spPr>
        <p:txBody>
          <a:bodyPr/>
          <a:lstStyle>
            <a:lvl1pPr marL="0" indent="0">
              <a:buNone/>
              <a:defRPr sz="1800"/>
            </a:lvl1pPr>
            <a:lvl2pPr marL="347472">
              <a:defRPr sz="1800"/>
            </a:lvl2pPr>
            <a:lvl3pPr marL="731520">
              <a:defRPr sz="1800"/>
            </a:lvl3pPr>
            <a:lvl4pPr marL="1097280"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5DBF4DF-D0B4-1DA6-0271-5D4033A9C19C}"/>
              </a:ext>
            </a:extLst>
          </p:cNvPr>
          <p:cNvSpPr>
            <a:spLocks noGrp="1"/>
          </p:cNvSpPr>
          <p:nvPr>
            <p:ph type="ftr" sz="quarter" idx="57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07335A-F59E-2A6C-D2D6-F10391DA8D69}"/>
              </a:ext>
            </a:extLst>
          </p:cNvPr>
          <p:cNvSpPr>
            <a:spLocks noGrp="1"/>
          </p:cNvSpPr>
          <p:nvPr>
            <p:ph type="sldNum" sz="quarter" idx="55"/>
          </p:nvPr>
        </p:nvSpPr>
        <p:spPr/>
        <p:txBody>
          <a:bodyPr>
            <a:noAutofit/>
          </a:bodyPr>
          <a:lstStyle/>
          <a:p>
            <a:fld id="{47FEACEE-25B4-4A2D-B147-27296E36371D}" type="slidenum">
              <a:rPr lang="en-US" altLang="zh-CN" noProof="0" smtClean="0"/>
              <a:pPr/>
              <a:t>‹#›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36136463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Placeholder 4">
            <a:extLst>
              <a:ext uri="{FF2B5EF4-FFF2-40B4-BE49-F238E27FC236}">
                <a16:creationId xmlns:a16="http://schemas.microsoft.com/office/drawing/2014/main" id="{F73BF8E3-2426-5D65-6582-D4B03C765A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10510" y="2016579"/>
            <a:ext cx="4441188" cy="277585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Content placeholder 47">
            <a:extLst>
              <a:ext uri="{FF2B5EF4-FFF2-40B4-BE49-F238E27FC236}">
                <a16:creationId xmlns:a16="http://schemas.microsoft.com/office/drawing/2014/main" id="{117BCD91-6BBA-AACD-3424-C3A4E5C1AB1D}"/>
              </a:ext>
            </a:extLst>
          </p:cNvPr>
          <p:cNvSpPr>
            <a:spLocks noGrp="1" noChangeAspect="1"/>
          </p:cNvSpPr>
          <p:nvPr>
            <p:ph type="pic" sz="quarter" idx="48"/>
          </p:nvPr>
        </p:nvSpPr>
        <p:spPr>
          <a:xfrm>
            <a:off x="914400" y="539496"/>
            <a:ext cx="5025207" cy="5779008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altLang="zh-CN" noProof="0"/>
              <a:t>Click icon to add picture</a:t>
            </a:r>
            <a:endParaRPr lang="en-US" altLang="zh-CN" noProof="0" dirty="0"/>
          </a:p>
        </p:txBody>
      </p:sp>
      <p:pic>
        <p:nvPicPr>
          <p:cNvPr id="7" name="Shape 33">
            <a:extLst>
              <a:ext uri="{FF2B5EF4-FFF2-40B4-BE49-F238E27FC236}">
                <a16:creationId xmlns:a16="http://schemas.microsoft.com/office/drawing/2014/main" id="{78B6A20E-2402-E586-7E92-A2C0D0B854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352010" y="4038403"/>
            <a:ext cx="1438713" cy="1645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</p:pic>
      <p:sp>
        <p:nvSpPr>
          <p:cNvPr id="3" name="Freeform: Shape 11">
            <a:extLst>
              <a:ext uri="{FF2B5EF4-FFF2-40B4-BE49-F238E27FC236}">
                <a16:creationId xmlns:a16="http://schemas.microsoft.com/office/drawing/2014/main" id="{20E24AA2-A4D8-FFB3-C801-0E57990B8CB6}"/>
              </a:ext>
            </a:extLst>
          </p:cNvPr>
          <p:cNvSpPr/>
          <p:nvPr userDrawn="1"/>
        </p:nvSpPr>
        <p:spPr>
          <a:xfrm>
            <a:off x="1360235" y="5541405"/>
            <a:ext cx="663381" cy="75892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9" name="Freeform: Shape 5">
            <a:extLst>
              <a:ext uri="{FF2B5EF4-FFF2-40B4-BE49-F238E27FC236}">
                <a16:creationId xmlns:a16="http://schemas.microsoft.com/office/drawing/2014/main" id="{1FEC53F3-5030-5BCF-54CA-ABB14457C073}"/>
              </a:ext>
            </a:extLst>
          </p:cNvPr>
          <p:cNvSpPr/>
          <p:nvPr userDrawn="1"/>
        </p:nvSpPr>
        <p:spPr>
          <a:xfrm>
            <a:off x="5429027" y="393334"/>
            <a:ext cx="1244907" cy="140525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4077113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2">
            <a:extLst>
              <a:ext uri="{FF2B5EF4-FFF2-40B4-BE49-F238E27FC236}">
                <a16:creationId xmlns:a16="http://schemas.microsoft.com/office/drawing/2014/main" id="{86721E85-C7DE-A05F-D33D-97CAF161E33A}"/>
              </a:ext>
            </a:extLst>
          </p:cNvPr>
          <p:cNvSpPr/>
          <p:nvPr userDrawn="1"/>
        </p:nvSpPr>
        <p:spPr>
          <a:xfrm>
            <a:off x="0" y="2860787"/>
            <a:ext cx="2004570" cy="3676532"/>
          </a:xfrm>
          <a:custGeom>
            <a:avLst/>
            <a:gdLst>
              <a:gd name="connsiteX0" fmla="*/ 417538 w 2004570"/>
              <a:gd name="connsiteY0" fmla="*/ 0 h 3676532"/>
              <a:gd name="connsiteX1" fmla="*/ 2004570 w 2004570"/>
              <a:gd name="connsiteY1" fmla="*/ 925683 h 3676532"/>
              <a:gd name="connsiteX2" fmla="*/ 2004570 w 2004570"/>
              <a:gd name="connsiteY2" fmla="*/ 2763949 h 3676532"/>
              <a:gd name="connsiteX3" fmla="*/ 413202 w 2004570"/>
              <a:gd name="connsiteY3" fmla="*/ 3676532 h 3676532"/>
              <a:gd name="connsiteX4" fmla="*/ 0 w 2004570"/>
              <a:gd name="connsiteY4" fmla="*/ 3439338 h 3676532"/>
              <a:gd name="connsiteX5" fmla="*/ 0 w 2004570"/>
              <a:gd name="connsiteY5" fmla="*/ 241075 h 36765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004570" h="3676532">
                <a:moveTo>
                  <a:pt x="417538" y="0"/>
                </a:moveTo>
                <a:lnTo>
                  <a:pt x="2004570" y="925683"/>
                </a:lnTo>
                <a:lnTo>
                  <a:pt x="2004570" y="2763949"/>
                </a:lnTo>
                <a:lnTo>
                  <a:pt x="413202" y="3676532"/>
                </a:lnTo>
                <a:lnTo>
                  <a:pt x="0" y="3439338"/>
                </a:lnTo>
                <a:lnTo>
                  <a:pt x="0" y="241075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2BA5A58B-9440-7DAB-E7D7-3143B049FBAC}"/>
              </a:ext>
            </a:extLst>
          </p:cNvPr>
          <p:cNvSpPr/>
          <p:nvPr userDrawn="1"/>
        </p:nvSpPr>
        <p:spPr>
          <a:xfrm flipH="1">
            <a:off x="657773" y="5253270"/>
            <a:ext cx="1710765" cy="1621875"/>
          </a:xfrm>
          <a:custGeom>
            <a:avLst/>
            <a:gdLst>
              <a:gd name="connsiteX0" fmla="*/ 852873 w 1710765"/>
              <a:gd name="connsiteY0" fmla="*/ 0 h 1593273"/>
              <a:gd name="connsiteX1" fmla="*/ 0 w 1710765"/>
              <a:gd name="connsiteY1" fmla="*/ 494134 h 1593273"/>
              <a:gd name="connsiteX2" fmla="*/ 0 w 1710765"/>
              <a:gd name="connsiteY2" fmla="*/ 1475410 h 1593273"/>
              <a:gd name="connsiteX3" fmla="*/ 206916 w 1710765"/>
              <a:gd name="connsiteY3" fmla="*/ 1593273 h 1593273"/>
              <a:gd name="connsiteX4" fmla="*/ 1502835 w 1710765"/>
              <a:gd name="connsiteY4" fmla="*/ 1593273 h 1593273"/>
              <a:gd name="connsiteX5" fmla="*/ 1709418 w 1710765"/>
              <a:gd name="connsiteY5" fmla="*/ 1475480 h 1593273"/>
              <a:gd name="connsiteX6" fmla="*/ 1710407 w 1710765"/>
              <a:gd name="connsiteY6" fmla="*/ 491803 h 15932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710765" h="1593273">
                <a:moveTo>
                  <a:pt x="852873" y="0"/>
                </a:moveTo>
                <a:lnTo>
                  <a:pt x="0" y="494134"/>
                </a:lnTo>
                <a:lnTo>
                  <a:pt x="0" y="1475410"/>
                </a:lnTo>
                <a:lnTo>
                  <a:pt x="206916" y="1593273"/>
                </a:lnTo>
                <a:lnTo>
                  <a:pt x="1502835" y="1593273"/>
                </a:lnTo>
                <a:lnTo>
                  <a:pt x="1709418" y="1475480"/>
                </a:lnTo>
                <a:cubicBezTo>
                  <a:pt x="1707864" y="1146834"/>
                  <a:pt x="1711961" y="820449"/>
                  <a:pt x="1710407" y="491803"/>
                </a:cubicBezTo>
                <a:close/>
              </a:path>
            </a:pathLst>
          </a:cu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7" name="Freeform: Shape 24">
            <a:extLst>
              <a:ext uri="{FF2B5EF4-FFF2-40B4-BE49-F238E27FC236}">
                <a16:creationId xmlns:a16="http://schemas.microsoft.com/office/drawing/2014/main" id="{A23F9759-CF52-CE45-5E22-9678534685A7}"/>
              </a:ext>
            </a:extLst>
          </p:cNvPr>
          <p:cNvSpPr/>
          <p:nvPr userDrawn="1"/>
        </p:nvSpPr>
        <p:spPr>
          <a:xfrm flipH="1">
            <a:off x="2275432" y="4699053"/>
            <a:ext cx="668814" cy="784693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5D84FCC1-368D-680C-31AA-597C3AAF42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5576" y="1499616"/>
            <a:ext cx="7955280" cy="1335024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FFF81D2-C0B4-3B82-8DF6-D10CC07C441C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3465576" y="3108960"/>
            <a:ext cx="4572000" cy="3108960"/>
          </a:xfrm>
        </p:spPr>
        <p:txBody>
          <a:bodyPr/>
          <a:lstStyle>
            <a:lvl1pPr marL="512064" indent="-512064">
              <a:buFont typeface="+mj-lt"/>
              <a:buAutoNum type="arabicPeriod"/>
              <a:defRPr sz="1800"/>
            </a:lvl1pPr>
            <a:lvl2pPr marL="1097280" indent="-512064">
              <a:buFont typeface="+mj-lt"/>
              <a:buAutoNum type="alphaLcPeriod"/>
              <a:defRPr sz="1800"/>
            </a:lvl2pPr>
            <a:lvl3pPr marL="1645920" indent="-512064">
              <a:buFont typeface="+mj-lt"/>
              <a:buAutoNum type="romanLcPeriod"/>
              <a:defRPr sz="1800"/>
            </a:lvl3pPr>
            <a:lvl4pPr marL="2194560" indent="-512064">
              <a:buFont typeface="+mj-lt"/>
              <a:buAutoNum type="arabicParenR"/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F190F721-56C7-251D-948D-117696095C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29600" y="3108960"/>
            <a:ext cx="3017520" cy="310896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800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800"/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800"/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C94E8A0-C02C-2322-50C1-50080A793F84}"/>
              </a:ext>
            </a:extLst>
          </p:cNvPr>
          <p:cNvSpPr>
            <a:spLocks noGrp="1"/>
          </p:cNvSpPr>
          <p:nvPr>
            <p:ph type="ftr" sz="quarter" idx="41"/>
          </p:nvPr>
        </p:nvSpPr>
        <p:spPr>
          <a:xfrm>
            <a:off x="3465576" y="6217920"/>
            <a:ext cx="4114800" cy="365125"/>
          </a:xfrm>
        </p:spPr>
        <p:txBody>
          <a:bodyPr/>
          <a:lstStyle/>
          <a:p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46A453-65E1-B688-A3F9-EA0AA347DDEA}"/>
              </a:ext>
            </a:extLst>
          </p:cNvPr>
          <p:cNvSpPr>
            <a:spLocks noGrp="1"/>
          </p:cNvSpPr>
          <p:nvPr>
            <p:ph type="sldNum" sz="quarter" idx="40"/>
          </p:nvPr>
        </p:nvSpPr>
        <p:spPr/>
        <p:txBody>
          <a:bodyPr>
            <a:noAutofit/>
          </a:bodyPr>
          <a:lstStyle/>
          <a:p>
            <a:fld id="{47FEACEE-25B4-4A2D-B147-27296E36371D}" type="slidenum">
              <a:rPr lang="en-US" altLang="zh-CN" noProof="0" smtClean="0"/>
              <a:pPr/>
              <a:t>‹#›</a:t>
            </a:fld>
            <a:endParaRPr lang="en-US" altLang="zh-CN" noProof="0" dirty="0"/>
          </a:p>
        </p:txBody>
      </p:sp>
      <p:sp>
        <p:nvSpPr>
          <p:cNvPr id="2" name="Freeform: Shape 12">
            <a:extLst>
              <a:ext uri="{FF2B5EF4-FFF2-40B4-BE49-F238E27FC236}">
                <a16:creationId xmlns:a16="http://schemas.microsoft.com/office/drawing/2014/main" id="{0750FD92-E143-4402-D455-30DC417CBDBE}"/>
              </a:ext>
            </a:extLst>
          </p:cNvPr>
          <p:cNvSpPr/>
          <p:nvPr userDrawn="1"/>
        </p:nvSpPr>
        <p:spPr>
          <a:xfrm>
            <a:off x="1198465" y="958947"/>
            <a:ext cx="1544735" cy="174369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 noProof="0" dirty="0"/>
          </a:p>
        </p:txBody>
      </p:sp>
      <p:sp>
        <p:nvSpPr>
          <p:cNvPr id="29" name="Freeform 28">
            <a:extLst>
              <a:ext uri="{FF2B5EF4-FFF2-40B4-BE49-F238E27FC236}">
                <a16:creationId xmlns:a16="http://schemas.microsoft.com/office/drawing/2014/main" id="{6B13E9E2-D67B-E75B-D60D-CE3782A4FC67}"/>
              </a:ext>
            </a:extLst>
          </p:cNvPr>
          <p:cNvSpPr/>
          <p:nvPr userDrawn="1"/>
        </p:nvSpPr>
        <p:spPr>
          <a:xfrm>
            <a:off x="326738" y="0"/>
            <a:ext cx="1544359" cy="1254845"/>
          </a:xfrm>
          <a:custGeom>
            <a:avLst/>
            <a:gdLst>
              <a:gd name="connsiteX0" fmla="*/ 0 w 1544359"/>
              <a:gd name="connsiteY0" fmla="*/ 0 h 1254845"/>
              <a:gd name="connsiteX1" fmla="*/ 1544359 w 1544359"/>
              <a:gd name="connsiteY1" fmla="*/ 0 h 1254845"/>
              <a:gd name="connsiteX2" fmla="*/ 1543519 w 1544359"/>
              <a:gd name="connsiteY2" fmla="*/ 822090 h 1254845"/>
              <a:gd name="connsiteX3" fmla="*/ 772206 w 1544359"/>
              <a:gd name="connsiteY3" fmla="*/ 1254845 h 1254845"/>
              <a:gd name="connsiteX4" fmla="*/ 0 w 1544359"/>
              <a:gd name="connsiteY4" fmla="*/ 822027 h 12548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44359" h="1254845">
                <a:moveTo>
                  <a:pt x="0" y="0"/>
                </a:moveTo>
                <a:lnTo>
                  <a:pt x="1544359" y="0"/>
                </a:lnTo>
                <a:lnTo>
                  <a:pt x="1543519" y="822090"/>
                </a:lnTo>
                <a:lnTo>
                  <a:pt x="772206" y="1254845"/>
                </a:lnTo>
                <a:lnTo>
                  <a:pt x="0" y="822027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21137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Freeform 46">
            <a:extLst>
              <a:ext uri="{FF2B5EF4-FFF2-40B4-BE49-F238E27FC236}">
                <a16:creationId xmlns:a16="http://schemas.microsoft.com/office/drawing/2014/main" id="{39B50CEE-D9F9-B5CD-C274-BEAA5EAB37E3}"/>
              </a:ext>
            </a:extLst>
          </p:cNvPr>
          <p:cNvSpPr/>
          <p:nvPr userDrawn="1"/>
        </p:nvSpPr>
        <p:spPr>
          <a:xfrm>
            <a:off x="410352" y="12435"/>
            <a:ext cx="1455521" cy="1019127"/>
          </a:xfrm>
          <a:custGeom>
            <a:avLst/>
            <a:gdLst>
              <a:gd name="connsiteX0" fmla="*/ 219223 w 1455521"/>
              <a:gd name="connsiteY0" fmla="*/ 0 h 1019127"/>
              <a:gd name="connsiteX1" fmla="*/ 1236298 w 1455521"/>
              <a:gd name="connsiteY1" fmla="*/ 0 h 1019127"/>
              <a:gd name="connsiteX2" fmla="*/ 1455521 w 1455521"/>
              <a:gd name="connsiteY2" fmla="*/ 385779 h 1019127"/>
              <a:gd name="connsiteX3" fmla="*/ 1095615 w 1455521"/>
              <a:gd name="connsiteY3" fmla="*/ 1019127 h 1019127"/>
              <a:gd name="connsiteX4" fmla="*/ 359906 w 1455521"/>
              <a:gd name="connsiteY4" fmla="*/ 1019127 h 1019127"/>
              <a:gd name="connsiteX5" fmla="*/ 0 w 1455521"/>
              <a:gd name="connsiteY5" fmla="*/ 385779 h 10191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55521" h="1019127">
                <a:moveTo>
                  <a:pt x="219223" y="0"/>
                </a:moveTo>
                <a:lnTo>
                  <a:pt x="1236298" y="0"/>
                </a:lnTo>
                <a:lnTo>
                  <a:pt x="1455521" y="385779"/>
                </a:lnTo>
                <a:lnTo>
                  <a:pt x="1095615" y="1019127"/>
                </a:lnTo>
                <a:lnTo>
                  <a:pt x="359906" y="1019127"/>
                </a:lnTo>
                <a:lnTo>
                  <a:pt x="0" y="385779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9" name="Hexagon 15">
            <a:extLst>
              <a:ext uri="{FF2B5EF4-FFF2-40B4-BE49-F238E27FC236}">
                <a16:creationId xmlns:a16="http://schemas.microsoft.com/office/drawing/2014/main" id="{93831F6E-A0DA-46E5-AF13-ED5D9ABF108D}"/>
              </a:ext>
            </a:extLst>
          </p:cNvPr>
          <p:cNvSpPr/>
          <p:nvPr userDrawn="1"/>
        </p:nvSpPr>
        <p:spPr>
          <a:xfrm>
            <a:off x="1579486" y="450004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0" name="Hexagon 17">
            <a:extLst>
              <a:ext uri="{FF2B5EF4-FFF2-40B4-BE49-F238E27FC236}">
                <a16:creationId xmlns:a16="http://schemas.microsoft.com/office/drawing/2014/main" id="{18B06ECC-5FA7-4ACA-86BF-694240D0C05B}"/>
              </a:ext>
            </a:extLst>
          </p:cNvPr>
          <p:cNvSpPr/>
          <p:nvPr userDrawn="1"/>
        </p:nvSpPr>
        <p:spPr>
          <a:xfrm>
            <a:off x="412218" y="1136470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1" name="Hexagon 19">
            <a:extLst>
              <a:ext uri="{FF2B5EF4-FFF2-40B4-BE49-F238E27FC236}">
                <a16:creationId xmlns:a16="http://schemas.microsoft.com/office/drawing/2014/main" id="{089AA305-8FFC-46A5-B806-D5D78320D0CD}"/>
              </a:ext>
            </a:extLst>
          </p:cNvPr>
          <p:cNvSpPr/>
          <p:nvPr userDrawn="1"/>
        </p:nvSpPr>
        <p:spPr>
          <a:xfrm>
            <a:off x="1580070" y="1812437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2" name="Hexagon 21">
            <a:extLst>
              <a:ext uri="{FF2B5EF4-FFF2-40B4-BE49-F238E27FC236}">
                <a16:creationId xmlns:a16="http://schemas.microsoft.com/office/drawing/2014/main" id="{DB2D65ED-32BC-44B2-92F3-E16717051CA1}"/>
              </a:ext>
            </a:extLst>
          </p:cNvPr>
          <p:cNvSpPr/>
          <p:nvPr userDrawn="1"/>
        </p:nvSpPr>
        <p:spPr>
          <a:xfrm>
            <a:off x="3953772" y="4582171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4" name="Freeform 43">
            <a:extLst>
              <a:ext uri="{FF2B5EF4-FFF2-40B4-BE49-F238E27FC236}">
                <a16:creationId xmlns:a16="http://schemas.microsoft.com/office/drawing/2014/main" id="{6100186E-95B0-AB29-6F1D-DBFBAA566DB2}"/>
              </a:ext>
            </a:extLst>
          </p:cNvPr>
          <p:cNvSpPr/>
          <p:nvPr userDrawn="1"/>
        </p:nvSpPr>
        <p:spPr>
          <a:xfrm>
            <a:off x="3955762" y="5952136"/>
            <a:ext cx="1455521" cy="932559"/>
          </a:xfrm>
          <a:custGeom>
            <a:avLst/>
            <a:gdLst>
              <a:gd name="connsiteX0" fmla="*/ 359906 w 1455521"/>
              <a:gd name="connsiteY0" fmla="*/ 0 h 932559"/>
              <a:gd name="connsiteX1" fmla="*/ 1095615 w 1455521"/>
              <a:gd name="connsiteY1" fmla="*/ 0 h 932559"/>
              <a:gd name="connsiteX2" fmla="*/ 1455521 w 1455521"/>
              <a:gd name="connsiteY2" fmla="*/ 633348 h 932559"/>
              <a:gd name="connsiteX3" fmla="*/ 1285492 w 1455521"/>
              <a:gd name="connsiteY3" fmla="*/ 932559 h 932559"/>
              <a:gd name="connsiteX4" fmla="*/ 170030 w 1455521"/>
              <a:gd name="connsiteY4" fmla="*/ 932559 h 932559"/>
              <a:gd name="connsiteX5" fmla="*/ 0 w 1455521"/>
              <a:gd name="connsiteY5" fmla="*/ 633348 h 9325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55521" h="932559">
                <a:moveTo>
                  <a:pt x="359906" y="0"/>
                </a:moveTo>
                <a:lnTo>
                  <a:pt x="1095615" y="0"/>
                </a:lnTo>
                <a:lnTo>
                  <a:pt x="1455521" y="633348"/>
                </a:lnTo>
                <a:lnTo>
                  <a:pt x="1285492" y="932559"/>
                </a:lnTo>
                <a:lnTo>
                  <a:pt x="170030" y="932559"/>
                </a:lnTo>
                <a:lnTo>
                  <a:pt x="0" y="633348"/>
                </a:lnTo>
                <a:close/>
              </a:path>
            </a:pathLst>
          </a:cu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4" name="Hexagon 27">
            <a:extLst>
              <a:ext uri="{FF2B5EF4-FFF2-40B4-BE49-F238E27FC236}">
                <a16:creationId xmlns:a16="http://schemas.microsoft.com/office/drawing/2014/main" id="{5275D449-7441-440B-8584-96D25256F24D}"/>
              </a:ext>
            </a:extLst>
          </p:cNvPr>
          <p:cNvSpPr/>
          <p:nvPr userDrawn="1"/>
        </p:nvSpPr>
        <p:spPr>
          <a:xfrm>
            <a:off x="2783996" y="5245443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Hexagon 21">
            <a:extLst>
              <a:ext uri="{FF2B5EF4-FFF2-40B4-BE49-F238E27FC236}">
                <a16:creationId xmlns:a16="http://schemas.microsoft.com/office/drawing/2014/main" id="{AA088CB3-68C2-8BF7-640B-511D7AD708D4}"/>
              </a:ext>
            </a:extLst>
          </p:cNvPr>
          <p:cNvSpPr/>
          <p:nvPr userDrawn="1"/>
        </p:nvSpPr>
        <p:spPr>
          <a:xfrm>
            <a:off x="2757266" y="2493385"/>
            <a:ext cx="1467568" cy="1305975"/>
          </a:xfrm>
          <a:prstGeom prst="hexagon">
            <a:avLst>
              <a:gd name="adj" fmla="val 28413"/>
              <a:gd name="vf" fmla="val 115470"/>
            </a:avLst>
          </a:prstGeom>
          <a:noFill/>
          <a:ln w="19050">
            <a:solidFill>
              <a:srgbClr val="D844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5" name="Hexagon 28">
            <a:extLst>
              <a:ext uri="{FF2B5EF4-FFF2-40B4-BE49-F238E27FC236}">
                <a16:creationId xmlns:a16="http://schemas.microsoft.com/office/drawing/2014/main" id="{94CFCD79-F5CD-4175-96DE-1AC2E1999DB6}"/>
              </a:ext>
            </a:extLst>
          </p:cNvPr>
          <p:cNvSpPr/>
          <p:nvPr userDrawn="1"/>
        </p:nvSpPr>
        <p:spPr>
          <a:xfrm>
            <a:off x="2767144" y="3880620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3" name="Freeform 42">
            <a:extLst>
              <a:ext uri="{FF2B5EF4-FFF2-40B4-BE49-F238E27FC236}">
                <a16:creationId xmlns:a16="http://schemas.microsoft.com/office/drawing/2014/main" id="{C8667104-E096-23C3-4C2C-5277C2AF5C57}"/>
              </a:ext>
            </a:extLst>
          </p:cNvPr>
          <p:cNvSpPr/>
          <p:nvPr userDrawn="1"/>
        </p:nvSpPr>
        <p:spPr>
          <a:xfrm>
            <a:off x="3702" y="448131"/>
            <a:ext cx="678871" cy="1266696"/>
          </a:xfrm>
          <a:custGeom>
            <a:avLst/>
            <a:gdLst>
              <a:gd name="connsiteX0" fmla="*/ 0 w 678871"/>
              <a:gd name="connsiteY0" fmla="*/ 0 h 1266696"/>
              <a:gd name="connsiteX1" fmla="*/ 318965 w 678871"/>
              <a:gd name="connsiteY1" fmla="*/ 0 h 1266696"/>
              <a:gd name="connsiteX2" fmla="*/ 678871 w 678871"/>
              <a:gd name="connsiteY2" fmla="*/ 633348 h 1266696"/>
              <a:gd name="connsiteX3" fmla="*/ 318965 w 678871"/>
              <a:gd name="connsiteY3" fmla="*/ 1266696 h 1266696"/>
              <a:gd name="connsiteX4" fmla="*/ 0 w 678871"/>
              <a:gd name="connsiteY4" fmla="*/ 1266696 h 1266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78871" h="1266696">
                <a:moveTo>
                  <a:pt x="0" y="0"/>
                </a:moveTo>
                <a:lnTo>
                  <a:pt x="318965" y="0"/>
                </a:lnTo>
                <a:lnTo>
                  <a:pt x="678871" y="633348"/>
                </a:lnTo>
                <a:lnTo>
                  <a:pt x="318965" y="1266696"/>
                </a:lnTo>
                <a:lnTo>
                  <a:pt x="0" y="1266696"/>
                </a:lnTo>
                <a:close/>
              </a:path>
            </a:pathLst>
          </a:custGeom>
          <a:noFill/>
          <a:ln w="1905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Hexagon 31">
            <a:extLst>
              <a:ext uri="{FF2B5EF4-FFF2-40B4-BE49-F238E27FC236}">
                <a16:creationId xmlns:a16="http://schemas.microsoft.com/office/drawing/2014/main" id="{61BB4AB0-7C5C-4697-A25B-0AFD8754AB52}"/>
              </a:ext>
            </a:extLst>
          </p:cNvPr>
          <p:cNvSpPr/>
          <p:nvPr userDrawn="1"/>
        </p:nvSpPr>
        <p:spPr>
          <a:xfrm>
            <a:off x="1580353" y="3182793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7" name="Hexagon 28">
            <a:extLst>
              <a:ext uri="{FF2B5EF4-FFF2-40B4-BE49-F238E27FC236}">
                <a16:creationId xmlns:a16="http://schemas.microsoft.com/office/drawing/2014/main" id="{E4EF439B-1CC3-CA39-B62A-E54F83ED70D2}"/>
              </a:ext>
            </a:extLst>
          </p:cNvPr>
          <p:cNvSpPr/>
          <p:nvPr userDrawn="1"/>
        </p:nvSpPr>
        <p:spPr>
          <a:xfrm>
            <a:off x="396269" y="2511644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6" name="Freeform 45">
            <a:extLst>
              <a:ext uri="{FF2B5EF4-FFF2-40B4-BE49-F238E27FC236}">
                <a16:creationId xmlns:a16="http://schemas.microsoft.com/office/drawing/2014/main" id="{2363FF00-E570-D743-258E-E9FEF4F02A08}"/>
              </a:ext>
            </a:extLst>
          </p:cNvPr>
          <p:cNvSpPr/>
          <p:nvPr userDrawn="1"/>
        </p:nvSpPr>
        <p:spPr>
          <a:xfrm>
            <a:off x="6334981" y="5962237"/>
            <a:ext cx="1455521" cy="901561"/>
          </a:xfrm>
          <a:custGeom>
            <a:avLst/>
            <a:gdLst>
              <a:gd name="connsiteX0" fmla="*/ 359906 w 1455521"/>
              <a:gd name="connsiteY0" fmla="*/ 0 h 901561"/>
              <a:gd name="connsiteX1" fmla="*/ 1095615 w 1455521"/>
              <a:gd name="connsiteY1" fmla="*/ 0 h 901561"/>
              <a:gd name="connsiteX2" fmla="*/ 1455521 w 1455521"/>
              <a:gd name="connsiteY2" fmla="*/ 633348 h 901561"/>
              <a:gd name="connsiteX3" fmla="*/ 1303107 w 1455521"/>
              <a:gd name="connsiteY3" fmla="*/ 901561 h 901561"/>
              <a:gd name="connsiteX4" fmla="*/ 152415 w 1455521"/>
              <a:gd name="connsiteY4" fmla="*/ 901561 h 901561"/>
              <a:gd name="connsiteX5" fmla="*/ 0 w 1455521"/>
              <a:gd name="connsiteY5" fmla="*/ 633348 h 901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55521" h="901561">
                <a:moveTo>
                  <a:pt x="359906" y="0"/>
                </a:moveTo>
                <a:lnTo>
                  <a:pt x="1095615" y="0"/>
                </a:lnTo>
                <a:lnTo>
                  <a:pt x="1455521" y="633348"/>
                </a:lnTo>
                <a:lnTo>
                  <a:pt x="1303107" y="901561"/>
                </a:lnTo>
                <a:lnTo>
                  <a:pt x="152415" y="901561"/>
                </a:lnTo>
                <a:lnTo>
                  <a:pt x="0" y="633348"/>
                </a:lnTo>
                <a:close/>
              </a:path>
            </a:pathLst>
          </a:custGeom>
          <a:noFill/>
          <a:ln w="19050">
            <a:solidFill>
              <a:srgbClr val="98432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" name="Hexagon 21">
            <a:extLst>
              <a:ext uri="{FF2B5EF4-FFF2-40B4-BE49-F238E27FC236}">
                <a16:creationId xmlns:a16="http://schemas.microsoft.com/office/drawing/2014/main" id="{A38FF139-88E9-67A9-6010-4EDFB851076B}"/>
              </a:ext>
            </a:extLst>
          </p:cNvPr>
          <p:cNvSpPr/>
          <p:nvPr userDrawn="1"/>
        </p:nvSpPr>
        <p:spPr>
          <a:xfrm>
            <a:off x="5150156" y="5261378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noFill/>
          <a:ln w="1905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Hexagon 21">
            <a:extLst>
              <a:ext uri="{FF2B5EF4-FFF2-40B4-BE49-F238E27FC236}">
                <a16:creationId xmlns:a16="http://schemas.microsoft.com/office/drawing/2014/main" id="{99956147-4454-5EA6-FC9C-94C08EE35F28}"/>
              </a:ext>
            </a:extLst>
          </p:cNvPr>
          <p:cNvSpPr/>
          <p:nvPr userDrawn="1"/>
        </p:nvSpPr>
        <p:spPr>
          <a:xfrm>
            <a:off x="3948599" y="3206642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4722C9EB-D452-B3DF-5219-160F48DE78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0" y="731520"/>
            <a:ext cx="5394960" cy="2103120"/>
          </a:xfrm>
        </p:spPr>
        <p:txBody>
          <a:bodyPr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Content Placeholder 47" descr="Click icon to add picture">
            <a:extLst>
              <a:ext uri="{FF2B5EF4-FFF2-40B4-BE49-F238E27FC236}">
                <a16:creationId xmlns:a16="http://schemas.microsoft.com/office/drawing/2014/main" id="{B7E46D91-6194-E279-CAE3-425E21FD4A8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035040" y="3108960"/>
            <a:ext cx="5394960" cy="1879791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800" b="0">
                <a:solidFill>
                  <a:schemeClr val="bg1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0" name="Freeform 39">
            <a:extLst>
              <a:ext uri="{FF2B5EF4-FFF2-40B4-BE49-F238E27FC236}">
                <a16:creationId xmlns:a16="http://schemas.microsoft.com/office/drawing/2014/main" id="{E3C8467A-0A34-2A65-92FE-F12F6A3D84A6}"/>
              </a:ext>
            </a:extLst>
          </p:cNvPr>
          <p:cNvSpPr/>
          <p:nvPr userDrawn="1"/>
        </p:nvSpPr>
        <p:spPr>
          <a:xfrm>
            <a:off x="-6538" y="1815084"/>
            <a:ext cx="697438" cy="1266696"/>
          </a:xfrm>
          <a:custGeom>
            <a:avLst/>
            <a:gdLst>
              <a:gd name="connsiteX0" fmla="*/ 0 w 732607"/>
              <a:gd name="connsiteY0" fmla="*/ 0 h 1266696"/>
              <a:gd name="connsiteX1" fmla="*/ 372701 w 732607"/>
              <a:gd name="connsiteY1" fmla="*/ 0 h 1266696"/>
              <a:gd name="connsiteX2" fmla="*/ 732607 w 732607"/>
              <a:gd name="connsiteY2" fmla="*/ 633348 h 1266696"/>
              <a:gd name="connsiteX3" fmla="*/ 372701 w 732607"/>
              <a:gd name="connsiteY3" fmla="*/ 1266696 h 1266696"/>
              <a:gd name="connsiteX4" fmla="*/ 0 w 732607"/>
              <a:gd name="connsiteY4" fmla="*/ 1266696 h 1266696"/>
              <a:gd name="connsiteX0" fmla="*/ 43961 w 732607"/>
              <a:gd name="connsiteY0" fmla="*/ 8793 h 1266696"/>
              <a:gd name="connsiteX1" fmla="*/ 372701 w 732607"/>
              <a:gd name="connsiteY1" fmla="*/ 0 h 1266696"/>
              <a:gd name="connsiteX2" fmla="*/ 732607 w 732607"/>
              <a:gd name="connsiteY2" fmla="*/ 633348 h 1266696"/>
              <a:gd name="connsiteX3" fmla="*/ 372701 w 732607"/>
              <a:gd name="connsiteY3" fmla="*/ 1266696 h 1266696"/>
              <a:gd name="connsiteX4" fmla="*/ 0 w 732607"/>
              <a:gd name="connsiteY4" fmla="*/ 1266696 h 1266696"/>
              <a:gd name="connsiteX5" fmla="*/ 43961 w 732607"/>
              <a:gd name="connsiteY5" fmla="*/ 8793 h 1266696"/>
              <a:gd name="connsiteX0" fmla="*/ 8792 w 697438"/>
              <a:gd name="connsiteY0" fmla="*/ 8793 h 1266696"/>
              <a:gd name="connsiteX1" fmla="*/ 337532 w 697438"/>
              <a:gd name="connsiteY1" fmla="*/ 0 h 1266696"/>
              <a:gd name="connsiteX2" fmla="*/ 697438 w 697438"/>
              <a:gd name="connsiteY2" fmla="*/ 633348 h 1266696"/>
              <a:gd name="connsiteX3" fmla="*/ 337532 w 697438"/>
              <a:gd name="connsiteY3" fmla="*/ 1266696 h 1266696"/>
              <a:gd name="connsiteX4" fmla="*/ 0 w 697438"/>
              <a:gd name="connsiteY4" fmla="*/ 1266696 h 1266696"/>
              <a:gd name="connsiteX5" fmla="*/ 8792 w 697438"/>
              <a:gd name="connsiteY5" fmla="*/ 8793 h 1266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97438" h="1266696">
                <a:moveTo>
                  <a:pt x="8792" y="8793"/>
                </a:moveTo>
                <a:lnTo>
                  <a:pt x="337532" y="0"/>
                </a:lnTo>
                <a:lnTo>
                  <a:pt x="697438" y="633348"/>
                </a:lnTo>
                <a:lnTo>
                  <a:pt x="337532" y="1266696"/>
                </a:lnTo>
                <a:lnTo>
                  <a:pt x="0" y="1266696"/>
                </a:lnTo>
                <a:cubicBezTo>
                  <a:pt x="0" y="844464"/>
                  <a:pt x="8792" y="431025"/>
                  <a:pt x="8792" y="8793"/>
                </a:cubicBezTo>
                <a:close/>
              </a:path>
            </a:pathLst>
          </a:custGeom>
          <a:noFill/>
          <a:ln w="19050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73342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47">
            <a:extLst>
              <a:ext uri="{FF2B5EF4-FFF2-40B4-BE49-F238E27FC236}">
                <a16:creationId xmlns:a16="http://schemas.microsoft.com/office/drawing/2014/main" id="{28B6388A-37D2-4382-A7FC-9B9A76BDE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94169" y="6217920"/>
            <a:ext cx="458592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bg1"/>
                </a:solidFill>
                <a:latin typeface="+mn-lt"/>
              </a:defRPr>
            </a:lvl1pPr>
          </a:lstStyle>
          <a:p>
            <a:fld id="{47FEACEE-25B4-4A2D-B147-27296E36371D}" type="slidenum">
              <a:rPr lang="en-US" altLang="zh-CN" noProof="0" smtClean="0"/>
              <a:pPr/>
              <a:t>‹#›</a:t>
            </a:fld>
            <a:endParaRPr lang="en-US" altLang="zh-CN" noProof="0" dirty="0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18CB8A3D-9A54-FD7C-F6A5-B33E6C891A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5" name="Title Placeholder 4">
            <a:extLst>
              <a:ext uri="{FF2B5EF4-FFF2-40B4-BE49-F238E27FC236}">
                <a16:creationId xmlns:a16="http://schemas.microsoft.com/office/drawing/2014/main" id="{F38A7675-78A2-B642-22AF-B98514C68B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176125D-E69D-E2ED-1549-3D67DBD487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14400" y="621792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bg1"/>
                </a:solidFill>
                <a:latin typeface="+mn-lt"/>
              </a:defRPr>
            </a:lvl1pPr>
          </a:lstStyle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0205742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71" r:id="rId2"/>
    <p:sldLayoutId id="2147483674" r:id="rId3"/>
    <p:sldLayoutId id="2147483670" r:id="rId4"/>
    <p:sldLayoutId id="2147483669" r:id="rId5"/>
    <p:sldLayoutId id="2147483655" r:id="rId6"/>
    <p:sldLayoutId id="2147483651" r:id="rId7"/>
    <p:sldLayoutId id="2147483662" r:id="rId8"/>
    <p:sldLayoutId id="2147483653" r:id="rId9"/>
    <p:sldLayoutId id="2147483663" r:id="rId10"/>
    <p:sldLayoutId id="2147483665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347472" indent="-347472" algn="l" defTabSz="9144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1pPr>
      <a:lvl2pPr marL="731520" indent="-347472" algn="l" defTabSz="9144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2pPr>
      <a:lvl3pPr marL="1097280" indent="-347472" algn="l" defTabSz="9144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3pPr>
      <a:lvl4pPr marL="1463040" indent="-347472" algn="l" defTabSz="9144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4pPr>
      <a:lvl5pPr marL="1828800" indent="-347472" algn="l" defTabSz="9144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032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5640" userDrawn="1">
          <p15:clr>
            <a:srgbClr val="F26B43"/>
          </p15:clr>
        </p15:guide>
        <p15:guide id="4" pos="1656" userDrawn="1">
          <p15:clr>
            <a:srgbClr val="F26B43"/>
          </p15:clr>
        </p15:guide>
        <p15:guide id="5" pos="520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93A3B864-5E85-99D2-93E5-5CA1F4F35D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4292" y="731520"/>
            <a:ext cx="5029200" cy="3291840"/>
          </a:xfrm>
        </p:spPr>
        <p:txBody>
          <a:bodyPr lIns="0" anchor="b" anchorCtr="0"/>
          <a:lstStyle/>
          <a:p>
            <a:r>
              <a:rPr lang="en-US" altLang="zh-CN" dirty="0"/>
              <a:t>MACHINE LEARNING</a:t>
            </a:r>
            <a:br>
              <a:rPr lang="en-US" altLang="zh-CN" dirty="0"/>
            </a:br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485E0237-B9A1-0B58-E0AA-05EF84817EB4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260894" y="4172084"/>
            <a:ext cx="4912598" cy="914400"/>
          </a:xfrm>
        </p:spPr>
        <p:txBody>
          <a:bodyPr/>
          <a:lstStyle/>
          <a:p>
            <a:r>
              <a:rPr lang="en-US" dirty="0"/>
              <a:t>Presented by S.S.G. Likhitha</a:t>
            </a:r>
          </a:p>
        </p:txBody>
      </p:sp>
      <p:pic>
        <p:nvPicPr>
          <p:cNvPr id="11" name="Picture Placeholder 10">
            <a:extLst>
              <a:ext uri="{FF2B5EF4-FFF2-40B4-BE49-F238E27FC236}">
                <a16:creationId xmlns:a16="http://schemas.microsoft.com/office/drawing/2014/main" id="{6B076FEA-4E39-FD62-C219-368999F9C540}"/>
              </a:ext>
            </a:extLst>
          </p:cNvPr>
          <p:cNvPicPr>
            <a:picLocks noGrp="1" noChangeAspect="1"/>
          </p:cNvPicPr>
          <p:nvPr>
            <p:ph type="pic" sz="quarter" idx="47"/>
          </p:nvPr>
        </p:nvPicPr>
        <p:blipFill>
          <a:blip r:embed="rId3"/>
          <a:srcRect l="35446" r="16306"/>
          <a:stretch>
            <a:fillRect/>
          </a:stretch>
        </p:blipFill>
        <p:spPr>
          <a:xfrm>
            <a:off x="6813677" y="550387"/>
            <a:ext cx="4405503" cy="5066346"/>
          </a:xfrm>
        </p:spPr>
      </p:pic>
    </p:spTree>
    <p:extLst>
      <p:ext uri="{BB962C8B-B14F-4D97-AF65-F5344CB8AC3E}">
        <p14:creationId xmlns:p14="http://schemas.microsoft.com/office/powerpoint/2010/main" val="38984479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5F021C-3CEB-0FBA-DA89-C9C82E741B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3429000"/>
            <a:ext cx="4206240" cy="2377440"/>
          </a:xfrm>
        </p:spPr>
        <p:txBody>
          <a:bodyPr anchor="t" anchorCtr="0"/>
          <a:lstStyle/>
          <a:p>
            <a:r>
              <a:rPr lang="en-US" dirty="0"/>
              <a:t>Agenda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6746B3-AFD9-641E-7CBF-9A783646B368}"/>
              </a:ext>
            </a:extLst>
          </p:cNvPr>
          <p:cNvSpPr>
            <a:spLocks noGrp="1"/>
          </p:cNvSpPr>
          <p:nvPr>
            <p:ph sz="quarter" idx="35"/>
          </p:nvPr>
        </p:nvSpPr>
        <p:spPr>
          <a:xfrm>
            <a:off x="5394325" y="3429000"/>
            <a:ext cx="3475038" cy="2378075"/>
          </a:xfrm>
        </p:spPr>
        <p:txBody>
          <a:bodyPr anchor="t" anchorCtr="0">
            <a:normAutofit/>
          </a:bodyPr>
          <a:lstStyle/>
          <a:p>
            <a:r>
              <a:rPr lang="en-IN" dirty="0"/>
              <a:t>Introduction of Machine Learning?</a:t>
            </a:r>
          </a:p>
          <a:p>
            <a:r>
              <a:rPr lang="en-IN" dirty="0"/>
              <a:t>Work Flow of ML</a:t>
            </a:r>
          </a:p>
          <a:p>
            <a:r>
              <a:rPr lang="en-IN" dirty="0"/>
              <a:t>Types of Machine Learning</a:t>
            </a:r>
          </a:p>
          <a:p>
            <a:r>
              <a:rPr lang="en-IN" dirty="0"/>
              <a:t>Applications of Machine Learning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559569-83D5-A20B-653C-B9D6C8D98164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/>
        <p:txBody>
          <a:bodyPr/>
          <a:lstStyle/>
          <a:p>
            <a:fld id="{47FEACEE-25B4-4A2D-B147-27296E36371D}" type="slidenum">
              <a:rPr lang="en-US" altLang="zh-CN" noProof="0" smtClean="0"/>
              <a:pPr/>
              <a:t>2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14850807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F2A73C-F597-27B7-8F29-D6406DC4DB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98464" y="2001520"/>
            <a:ext cx="5029200" cy="2712720"/>
          </a:xfrm>
        </p:spPr>
        <p:txBody>
          <a:bodyPr lIns="0" anchor="b" anchorCtr="0"/>
          <a:lstStyle/>
          <a:p>
            <a:r>
              <a:rPr lang="en-US" dirty="0"/>
              <a:t>INTRODUCTION OF MACHINE LEARNING 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01119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35F5E3-2B1C-7C0A-8581-67A9052D13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8800" y="1605280"/>
            <a:ext cx="4460240" cy="660400"/>
          </a:xfrm>
          <a:noFill/>
        </p:spPr>
        <p:txBody>
          <a:bodyPr anchor="t" anchorCtr="0">
            <a:noAutofit/>
          </a:bodyPr>
          <a:lstStyle/>
          <a:p>
            <a:r>
              <a:rPr lang="en-US" dirty="0"/>
              <a:t>Machine Learning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A33159-D030-2F82-A142-F759407283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19040" y="2540000"/>
            <a:ext cx="6746240" cy="3566160"/>
          </a:xfrm>
          <a:noFill/>
        </p:spPr>
        <p:txBody>
          <a:bodyPr>
            <a:normAutofit/>
          </a:bodyPr>
          <a:lstStyle/>
          <a:p>
            <a:r>
              <a:rPr lang="en-US" dirty="0"/>
              <a:t>Machine Learning (ML) is a branch of </a:t>
            </a:r>
            <a:r>
              <a:rPr lang="en-US" b="1" dirty="0"/>
              <a:t>Artificial Intelligence (AI)</a:t>
            </a:r>
            <a:r>
              <a:rPr lang="en-US" dirty="0"/>
              <a:t> that allows computers to </a:t>
            </a:r>
            <a:r>
              <a:rPr lang="en-US" b="1" dirty="0">
                <a:highlight>
                  <a:srgbClr val="0000FF"/>
                </a:highlight>
              </a:rPr>
              <a:t>learn from data and make decisions</a:t>
            </a:r>
            <a:r>
              <a:rPr lang="en-US" dirty="0">
                <a:highlight>
                  <a:srgbClr val="0000FF"/>
                </a:highlight>
              </a:rPr>
              <a:t> </a:t>
            </a:r>
            <a:r>
              <a:rPr lang="en-US" dirty="0"/>
              <a:t>— without being directly</a:t>
            </a:r>
            <a:r>
              <a:rPr lang="en-US" b="1" dirty="0"/>
              <a:t> </a:t>
            </a:r>
            <a:r>
              <a:rPr lang="en-US" dirty="0"/>
              <a:t>programmed.</a:t>
            </a:r>
          </a:p>
          <a:p>
            <a:r>
              <a:rPr lang="en-US" dirty="0"/>
              <a:t>Machine Learning is used in many fields including healthcare (disease prediction),</a:t>
            </a:r>
            <a:r>
              <a:rPr lang="en-US" b="1" dirty="0"/>
              <a:t> </a:t>
            </a:r>
            <a:r>
              <a:rPr lang="en-US" dirty="0"/>
              <a:t>transportation (self-driving cars), finance (fraud detection), and entertainment (recommendation systems).</a:t>
            </a:r>
          </a:p>
          <a:p>
            <a:r>
              <a:rPr lang="en-US" dirty="0"/>
              <a:t>It uses examples and </a:t>
            </a:r>
            <a:r>
              <a:rPr lang="en-US" dirty="0">
                <a:highlight>
                  <a:srgbClr val="0000FF"/>
                </a:highlight>
              </a:rPr>
              <a:t>past data to make predictions or decisions</a:t>
            </a:r>
            <a:r>
              <a:rPr lang="en-US" dirty="0"/>
              <a:t>.</a:t>
            </a:r>
          </a:p>
          <a:p>
            <a:r>
              <a:rPr lang="en-US" dirty="0"/>
              <a:t>It involves feeding data into algorithms to identify patterns and make predictions on new data.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D4AF3B-CC38-C6F7-1058-2FC5EE48D7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4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9F4C329-63BC-DD96-83F5-6EB0DBD7F1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4880" y="2331720"/>
            <a:ext cx="2194560" cy="2194560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6692C81-CEAE-DFB1-E648-0D99CBC6F8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5168" y="4728624"/>
            <a:ext cx="4013200" cy="17253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66746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5CEC29-2F05-D7E4-A266-08C74BE4F5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3920" y="508001"/>
            <a:ext cx="8199120" cy="721359"/>
          </a:xfrm>
        </p:spPr>
        <p:txBody>
          <a:bodyPr>
            <a:normAutofit/>
          </a:bodyPr>
          <a:lstStyle/>
          <a:p>
            <a:r>
              <a:rPr lang="en-US" sz="3600" dirty="0"/>
              <a:t>Work Flow of Machine Learning: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6CBDC71-DAF1-1357-0D1D-EB7256EC4E8D}"/>
              </a:ext>
            </a:extLst>
          </p:cNvPr>
          <p:cNvSpPr txBox="1"/>
          <p:nvPr/>
        </p:nvSpPr>
        <p:spPr>
          <a:xfrm>
            <a:off x="1422400" y="4047589"/>
            <a:ext cx="9001760" cy="2308324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endParaRPr lang="en-US" dirty="0">
              <a:solidFill>
                <a:schemeClr val="bg1"/>
              </a:solidFill>
            </a:endParaRPr>
          </a:p>
          <a:p>
            <a:pPr marL="342900" indent="-342900">
              <a:buAutoNum type="arabicPeriod"/>
            </a:pPr>
            <a:endParaRPr lang="en-US" dirty="0">
              <a:solidFill>
                <a:schemeClr val="bg1"/>
              </a:solidFill>
            </a:endParaRPr>
          </a:p>
          <a:p>
            <a:pPr marL="342900" indent="-342900">
              <a:buAutoNum type="arabicPeriod"/>
            </a:pPr>
            <a:r>
              <a:rPr lang="en-US" dirty="0">
                <a:solidFill>
                  <a:schemeClr val="bg1"/>
                </a:solidFill>
                <a:highlight>
                  <a:srgbClr val="008080"/>
                </a:highlight>
              </a:rPr>
              <a:t>Define the Problem </a:t>
            </a:r>
            <a:r>
              <a:rPr lang="en-US" dirty="0">
                <a:solidFill>
                  <a:schemeClr val="bg1"/>
                </a:solidFill>
              </a:rPr>
              <a:t>: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Identify what you are trying to solve. Is it a classification, regression, or clustering problem? Clearly understanding the objective is the foundation of a successful ML project.</a:t>
            </a:r>
          </a:p>
          <a:p>
            <a:r>
              <a:rPr lang="en-IN" dirty="0">
                <a:solidFill>
                  <a:schemeClr val="bg1"/>
                </a:solidFill>
                <a:latin typeface="Posterama" panose="020B0504020200020000" pitchFamily="34" charset="0"/>
                <a:ea typeface="微软雅黑"/>
                <a:cs typeface="Posterama" panose="020B0504020200020000" pitchFamily="34" charset="0"/>
              </a:rPr>
              <a:t>      </a:t>
            </a:r>
          </a:p>
          <a:p>
            <a:endParaRPr lang="en-IN" dirty="0">
              <a:solidFill>
                <a:schemeClr val="bg1"/>
              </a:solidFill>
              <a:latin typeface="Posterama" panose="020B0504020200020000" pitchFamily="34" charset="0"/>
              <a:ea typeface="微软雅黑"/>
              <a:cs typeface="Posterama" panose="020B0504020200020000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D31C9C9-2A35-C520-721B-E0ECDD0EBE38}"/>
              </a:ext>
            </a:extLst>
          </p:cNvPr>
          <p:cNvSpPr txBox="1"/>
          <p:nvPr/>
        </p:nvSpPr>
        <p:spPr>
          <a:xfrm>
            <a:off x="447040" y="1686560"/>
            <a:ext cx="10810240" cy="1200329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en-US" sz="1800" dirty="0">
                <a:solidFill>
                  <a:prstClr val="white"/>
                </a:solidFill>
                <a:latin typeface="Posterama" panose="020B0504020200020000" pitchFamily="34" charset="0"/>
                <a:ea typeface="微软雅黑"/>
                <a:cs typeface="Posterama" panose="020B0504020200020000" pitchFamily="34" charset="0"/>
              </a:rPr>
              <a:t>    Define the Problem                 Collect Data             </a:t>
            </a:r>
            <a:r>
              <a:rPr lang="en-IN" dirty="0">
                <a:solidFill>
                  <a:schemeClr val="bg1"/>
                </a:solidFill>
                <a:latin typeface="Posterama" panose="020B0504020200020000" pitchFamily="34" charset="0"/>
                <a:ea typeface="微软雅黑"/>
                <a:cs typeface="Posterama" panose="020B0504020200020000" pitchFamily="34" charset="0"/>
              </a:rPr>
              <a:t>Explore &amp; Preprocess Data</a:t>
            </a:r>
          </a:p>
          <a:p>
            <a:pPr algn="ctr"/>
            <a:endParaRPr lang="en-IN" dirty="0">
              <a:solidFill>
                <a:schemeClr val="bg1"/>
              </a:solidFill>
              <a:latin typeface="Posterama" panose="020B0504020200020000" pitchFamily="34" charset="0"/>
              <a:ea typeface="微软雅黑"/>
              <a:cs typeface="Posterama" panose="020B0504020200020000" pitchFamily="34" charset="0"/>
            </a:endParaRPr>
          </a:p>
          <a:p>
            <a:pPr algn="ctr"/>
            <a:endParaRPr lang="en-IN" dirty="0">
              <a:solidFill>
                <a:schemeClr val="bg1"/>
              </a:solidFill>
              <a:latin typeface="Posterama" panose="020B0504020200020000" pitchFamily="34" charset="0"/>
              <a:ea typeface="微软雅黑"/>
              <a:cs typeface="Posterama" panose="020B0504020200020000" pitchFamily="34" charset="0"/>
            </a:endParaRPr>
          </a:p>
          <a:p>
            <a:pPr algn="ctr"/>
            <a:r>
              <a:rPr lang="en-US" sz="1800" dirty="0">
                <a:solidFill>
                  <a:prstClr val="white"/>
                </a:solidFill>
                <a:latin typeface="Posterama" panose="020B0504020200020000" pitchFamily="34" charset="0"/>
                <a:ea typeface="微软雅黑"/>
                <a:cs typeface="Posterama" panose="020B0504020200020000" pitchFamily="34" charset="0"/>
              </a:rPr>
              <a:t> Train </a:t>
            </a:r>
            <a:r>
              <a:rPr lang="en-IN" dirty="0">
                <a:solidFill>
                  <a:schemeClr val="bg1"/>
                </a:solidFill>
                <a:latin typeface="Posterama" panose="020B0504020200020000" pitchFamily="34" charset="0"/>
                <a:ea typeface="微软雅黑"/>
                <a:cs typeface="Posterama" panose="020B0504020200020000" pitchFamily="34" charset="0"/>
              </a:rPr>
              <a:t>the Model             Choose the Right Algorithm             Split the Dataset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544877C-4C6C-9529-C9B2-4E0E3305EAA9}"/>
              </a:ext>
            </a:extLst>
          </p:cNvPr>
          <p:cNvSpPr txBox="1"/>
          <p:nvPr/>
        </p:nvSpPr>
        <p:spPr>
          <a:xfrm>
            <a:off x="1483360" y="1563528"/>
            <a:ext cx="9225280" cy="2284552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FontTx/>
              <a:buNone/>
            </a:pPr>
            <a:endParaRPr lang="en-IN" sz="1800" dirty="0">
              <a:solidFill>
                <a:prstClr val="white"/>
              </a:solidFill>
              <a:latin typeface="Posterama" panose="020B0504020200020000" pitchFamily="34" charset="0"/>
              <a:ea typeface="微软雅黑"/>
              <a:cs typeface="Posterama" panose="020B0504020200020000" pitchFamily="34" charset="0"/>
            </a:endParaRP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05F169EE-A8C1-3AB4-D203-310739F66097}"/>
              </a:ext>
            </a:extLst>
          </p:cNvPr>
          <p:cNvSpPr/>
          <p:nvPr/>
        </p:nvSpPr>
        <p:spPr>
          <a:xfrm>
            <a:off x="4182533" y="1703099"/>
            <a:ext cx="768774" cy="42507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F259E790-8755-C951-A9B5-DE7D85F072AD}"/>
              </a:ext>
            </a:extLst>
          </p:cNvPr>
          <p:cNvSpPr/>
          <p:nvPr/>
        </p:nvSpPr>
        <p:spPr>
          <a:xfrm>
            <a:off x="6427893" y="1718398"/>
            <a:ext cx="768774" cy="42507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5FEEDA11-3E9C-F9C7-F70B-A8984486970B}"/>
              </a:ext>
            </a:extLst>
          </p:cNvPr>
          <p:cNvSpPr/>
          <p:nvPr/>
        </p:nvSpPr>
        <p:spPr>
          <a:xfrm rot="5400000">
            <a:off x="8521626" y="2130986"/>
            <a:ext cx="507668" cy="3510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CB3CE889-BB7C-889C-3DA5-3B211F7B66C9}"/>
              </a:ext>
            </a:extLst>
          </p:cNvPr>
          <p:cNvSpPr/>
          <p:nvPr/>
        </p:nvSpPr>
        <p:spPr>
          <a:xfrm rot="10800000">
            <a:off x="7284626" y="2597178"/>
            <a:ext cx="768774" cy="36618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Arrow: Right 18">
            <a:extLst>
              <a:ext uri="{FF2B5EF4-FFF2-40B4-BE49-F238E27FC236}">
                <a16:creationId xmlns:a16="http://schemas.microsoft.com/office/drawing/2014/main" id="{0D646EF0-88EA-0CC2-AA62-C504A38B0F0E}"/>
              </a:ext>
            </a:extLst>
          </p:cNvPr>
          <p:cNvSpPr/>
          <p:nvPr/>
        </p:nvSpPr>
        <p:spPr>
          <a:xfrm rot="5400000">
            <a:off x="2467118" y="3008987"/>
            <a:ext cx="637109" cy="35531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D3F7B70-EA27-04E6-3026-9710AA9F4D19}"/>
              </a:ext>
            </a:extLst>
          </p:cNvPr>
          <p:cNvSpPr txBox="1"/>
          <p:nvPr/>
        </p:nvSpPr>
        <p:spPr>
          <a:xfrm>
            <a:off x="711200" y="3344089"/>
            <a:ext cx="6807200" cy="369332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FontTx/>
              <a:buNone/>
            </a:pPr>
            <a:r>
              <a:rPr lang="en-US" sz="1800" dirty="0">
                <a:solidFill>
                  <a:prstClr val="white"/>
                </a:solidFill>
                <a:latin typeface="Posterama" panose="020B0504020200020000" pitchFamily="34" charset="0"/>
                <a:ea typeface="微软雅黑"/>
                <a:cs typeface="Posterama" panose="020B0504020200020000" pitchFamily="34" charset="0"/>
              </a:rPr>
              <a:t>     Evaluate the Model                  Deploy the Model </a:t>
            </a:r>
            <a:endParaRPr lang="en-IN" sz="1800" dirty="0">
              <a:solidFill>
                <a:prstClr val="white"/>
              </a:solidFill>
              <a:latin typeface="Posterama" panose="020B0504020200020000" pitchFamily="34" charset="0"/>
              <a:ea typeface="微软雅黑"/>
              <a:cs typeface="Posterama" panose="020B0504020200020000" pitchFamily="34" charset="0"/>
            </a:endParaRPr>
          </a:p>
        </p:txBody>
      </p:sp>
      <p:sp>
        <p:nvSpPr>
          <p:cNvPr id="26" name="Arrow: Right 25">
            <a:extLst>
              <a:ext uri="{FF2B5EF4-FFF2-40B4-BE49-F238E27FC236}">
                <a16:creationId xmlns:a16="http://schemas.microsoft.com/office/drawing/2014/main" id="{F59A6E94-A027-6E6D-C334-F5D4F0D99207}"/>
              </a:ext>
            </a:extLst>
          </p:cNvPr>
          <p:cNvSpPr/>
          <p:nvPr/>
        </p:nvSpPr>
        <p:spPr>
          <a:xfrm>
            <a:off x="3957319" y="3310221"/>
            <a:ext cx="768774" cy="42507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8" name="Arrow: Right 27">
            <a:extLst>
              <a:ext uri="{FF2B5EF4-FFF2-40B4-BE49-F238E27FC236}">
                <a16:creationId xmlns:a16="http://schemas.microsoft.com/office/drawing/2014/main" id="{54D6653B-1377-70D7-676E-CBC51F568FFE}"/>
              </a:ext>
            </a:extLst>
          </p:cNvPr>
          <p:cNvSpPr/>
          <p:nvPr/>
        </p:nvSpPr>
        <p:spPr>
          <a:xfrm rot="10800000">
            <a:off x="3572932" y="2463112"/>
            <a:ext cx="768774" cy="42507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482279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4DD8B285-6AD8-E71E-9A9F-3532AAF58B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5BEB512B-BA9C-053C-4D2F-05C371706121}"/>
              </a:ext>
            </a:extLst>
          </p:cNvPr>
          <p:cNvSpPr txBox="1"/>
          <p:nvPr/>
        </p:nvSpPr>
        <p:spPr>
          <a:xfrm>
            <a:off x="1005840" y="325120"/>
            <a:ext cx="9387840" cy="6494085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  <a:latin typeface="Posterama" panose="020B0504020200020000" pitchFamily="34" charset="0"/>
                <a:ea typeface="微软雅黑"/>
                <a:cs typeface="Posterama" panose="020B0504020200020000" pitchFamily="34" charset="0"/>
              </a:rPr>
              <a:t>      </a:t>
            </a:r>
          </a:p>
          <a:p>
            <a:pPr marL="342900" indent="-342900">
              <a:buAutoNum type="arabicPeriod" startAt="2"/>
            </a:pPr>
            <a:r>
              <a:rPr lang="en-IN" dirty="0">
                <a:solidFill>
                  <a:schemeClr val="bg1"/>
                </a:solidFill>
                <a:highlight>
                  <a:srgbClr val="008080"/>
                </a:highlight>
                <a:latin typeface="Posterama" panose="020B0504020200020000" pitchFamily="34" charset="0"/>
                <a:ea typeface="微软雅黑"/>
                <a:cs typeface="Posterama" panose="020B0504020200020000" pitchFamily="34" charset="0"/>
              </a:rPr>
              <a:t>Collect Data </a:t>
            </a:r>
            <a:r>
              <a:rPr lang="en-IN" dirty="0">
                <a:solidFill>
                  <a:schemeClr val="bg1"/>
                </a:solidFill>
                <a:latin typeface="Posterama" panose="020B0504020200020000" pitchFamily="34" charset="0"/>
                <a:ea typeface="微软雅黑"/>
                <a:cs typeface="Posterama" panose="020B0504020200020000" pitchFamily="34" charset="0"/>
              </a:rPr>
              <a:t>:</a:t>
            </a:r>
          </a:p>
          <a:p>
            <a:endParaRPr lang="en-IN" dirty="0">
              <a:solidFill>
                <a:schemeClr val="bg1"/>
              </a:solidFill>
              <a:latin typeface="Posterama" panose="020B0504020200020000" pitchFamily="34" charset="0"/>
              <a:ea typeface="微软雅黑"/>
              <a:cs typeface="Posterama" panose="020B0504020200020000" pitchFamily="34" charset="0"/>
            </a:endParaRPr>
          </a:p>
          <a:p>
            <a:r>
              <a:rPr lang="en-US" dirty="0">
                <a:solidFill>
                  <a:schemeClr val="bg1"/>
                </a:solidFill>
              </a:rPr>
              <a:t>Gather relevant data from various sources (databases, files, APIs, sensors, etc.). This data will act as the learning material for your model.</a:t>
            </a:r>
          </a:p>
          <a:p>
            <a:endParaRPr lang="en-IN" dirty="0">
              <a:solidFill>
                <a:schemeClr val="bg1"/>
              </a:solidFill>
              <a:latin typeface="Posterama" panose="020B0504020200020000" pitchFamily="34" charset="0"/>
              <a:ea typeface="微软雅黑"/>
              <a:cs typeface="Posterama" panose="020B0504020200020000" pitchFamily="34" charset="0"/>
            </a:endParaRPr>
          </a:p>
          <a:p>
            <a:r>
              <a:rPr lang="en-IN" b="1" dirty="0">
                <a:solidFill>
                  <a:schemeClr val="bg1"/>
                </a:solidFill>
              </a:rPr>
              <a:t>3.  </a:t>
            </a:r>
            <a:r>
              <a:rPr lang="en-IN" b="1" dirty="0">
                <a:solidFill>
                  <a:schemeClr val="bg1"/>
                </a:solidFill>
                <a:highlight>
                  <a:srgbClr val="008080"/>
                </a:highlight>
              </a:rPr>
              <a:t>Explore &amp; Preprocess Data </a:t>
            </a:r>
            <a:r>
              <a:rPr lang="en-IN" b="1" dirty="0">
                <a:solidFill>
                  <a:schemeClr val="bg1"/>
                </a:solidFill>
              </a:rPr>
              <a:t>:</a:t>
            </a:r>
          </a:p>
          <a:p>
            <a:endParaRPr lang="en-IN" dirty="0">
              <a:solidFill>
                <a:schemeClr val="bg1"/>
              </a:solidFill>
            </a:endParaRPr>
          </a:p>
          <a:p>
            <a:r>
              <a:rPr lang="en-IN" b="1" dirty="0">
                <a:solidFill>
                  <a:schemeClr val="bg1"/>
                </a:solidFill>
              </a:rPr>
              <a:t>* Exploration:</a:t>
            </a:r>
            <a:r>
              <a:rPr lang="en-IN" dirty="0">
                <a:solidFill>
                  <a:schemeClr val="bg1"/>
                </a:solidFill>
              </a:rPr>
              <a:t> Understand data distributions, patterns, correlations, missing values.</a:t>
            </a:r>
          </a:p>
          <a:p>
            <a:r>
              <a:rPr lang="en-IN" b="1" dirty="0">
                <a:solidFill>
                  <a:schemeClr val="bg1"/>
                </a:solidFill>
              </a:rPr>
              <a:t>* Preprocessing:</a:t>
            </a:r>
            <a:r>
              <a:rPr lang="en-IN" dirty="0">
                <a:solidFill>
                  <a:schemeClr val="bg1"/>
                </a:solidFill>
              </a:rPr>
              <a:t> Clean data, handle missing values, encode categorical variables, normalize features, etc</a:t>
            </a:r>
          </a:p>
          <a:p>
            <a:endParaRPr lang="en-IN" dirty="0">
              <a:solidFill>
                <a:schemeClr val="bg1"/>
              </a:solidFill>
              <a:latin typeface="Posterama" panose="020B0504020200020000" pitchFamily="34" charset="0"/>
              <a:ea typeface="微软雅黑"/>
              <a:cs typeface="Posterama" panose="020B0504020200020000" pitchFamily="34" charset="0"/>
            </a:endParaRPr>
          </a:p>
          <a:p>
            <a:pPr marL="342900" indent="-342900">
              <a:buAutoNum type="arabicPeriod" startAt="4"/>
            </a:pPr>
            <a:r>
              <a:rPr lang="en-US" b="1" dirty="0">
                <a:solidFill>
                  <a:schemeClr val="bg1"/>
                </a:solidFill>
                <a:highlight>
                  <a:srgbClr val="008080"/>
                </a:highlight>
              </a:rPr>
              <a:t>Split the Dataset </a:t>
            </a:r>
            <a:r>
              <a:rPr lang="en-US" b="1" dirty="0">
                <a:solidFill>
                  <a:schemeClr val="bg1"/>
                </a:solidFill>
              </a:rPr>
              <a:t>:</a:t>
            </a:r>
          </a:p>
          <a:p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Divide the data into training and testing sets (commonly 70–80% for training, 20–30% for testing) to evaluate performance on unseen data</a:t>
            </a:r>
            <a:r>
              <a:rPr lang="en-US" sz="1400" dirty="0">
                <a:solidFill>
                  <a:schemeClr val="bg1"/>
                </a:solidFill>
              </a:rPr>
              <a:t>.</a:t>
            </a:r>
          </a:p>
          <a:p>
            <a:endParaRPr lang="en-US" sz="1400" dirty="0">
              <a:solidFill>
                <a:schemeClr val="bg1"/>
              </a:solidFill>
              <a:latin typeface="Posterama" panose="020B0504020200020000" pitchFamily="34" charset="0"/>
              <a:ea typeface="微软雅黑"/>
              <a:cs typeface="Posterama" panose="020B0504020200020000" pitchFamily="34" charset="0"/>
            </a:endParaRPr>
          </a:p>
          <a:p>
            <a:endParaRPr lang="en-US" sz="1400" b="1" dirty="0">
              <a:solidFill>
                <a:schemeClr val="bg1"/>
              </a:solidFill>
            </a:endParaRPr>
          </a:p>
          <a:p>
            <a:r>
              <a:rPr lang="en-US" b="1" dirty="0">
                <a:solidFill>
                  <a:schemeClr val="bg1"/>
                </a:solidFill>
              </a:rPr>
              <a:t>5.  </a:t>
            </a:r>
            <a:r>
              <a:rPr lang="en-US" b="1" dirty="0">
                <a:solidFill>
                  <a:schemeClr val="bg1"/>
                </a:solidFill>
                <a:highlight>
                  <a:srgbClr val="008080"/>
                </a:highlight>
              </a:rPr>
              <a:t>Choose the Right Algorithm </a:t>
            </a:r>
            <a:r>
              <a:rPr lang="en-US" b="1" dirty="0">
                <a:solidFill>
                  <a:schemeClr val="bg1"/>
                </a:solidFill>
              </a:rPr>
              <a:t>:</a:t>
            </a:r>
            <a:br>
              <a:rPr lang="en-US" sz="1400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Select a suitable algorithm based on the problem type and dataset (e.g., Linear Regression, Decision Trees, SVM, KNN, etc.).</a:t>
            </a:r>
          </a:p>
          <a:p>
            <a:endParaRPr lang="en-US" sz="1400" dirty="0">
              <a:solidFill>
                <a:schemeClr val="bg1"/>
              </a:solidFill>
              <a:latin typeface="Posterama" panose="020B0504020200020000" pitchFamily="34" charset="0"/>
              <a:ea typeface="微软雅黑"/>
              <a:cs typeface="Posterama" panose="020B0504020200020000" pitchFamily="34" charset="0"/>
            </a:endParaRPr>
          </a:p>
          <a:p>
            <a:endParaRPr lang="en-IN" sz="1400" dirty="0">
              <a:solidFill>
                <a:schemeClr val="bg1"/>
              </a:solidFill>
              <a:latin typeface="Posterama" panose="020B0504020200020000" pitchFamily="34" charset="0"/>
              <a:ea typeface="微软雅黑"/>
              <a:cs typeface="Posterama" panose="020B0504020200020000" pitchFamily="34" charset="0"/>
            </a:endParaRPr>
          </a:p>
          <a:p>
            <a:endParaRPr lang="en-IN" dirty="0">
              <a:solidFill>
                <a:schemeClr val="bg1"/>
              </a:solidFill>
              <a:latin typeface="Posterama" panose="020B0504020200020000" pitchFamily="34" charset="0"/>
              <a:ea typeface="微软雅黑"/>
              <a:cs typeface="Posterama" panose="020B0504020200020000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48953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5C9D78FE-79C7-B0C5-3C80-D2E2657B1E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9D108D33-9EB7-E1B1-D87C-2E684556C742}"/>
              </a:ext>
            </a:extLst>
          </p:cNvPr>
          <p:cNvSpPr txBox="1"/>
          <p:nvPr/>
        </p:nvSpPr>
        <p:spPr>
          <a:xfrm>
            <a:off x="1005840" y="325120"/>
            <a:ext cx="9387840" cy="3293209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  <a:latin typeface="Posterama" panose="020B0504020200020000" pitchFamily="34" charset="0"/>
                <a:ea typeface="微软雅黑"/>
                <a:cs typeface="Posterama" panose="020B0504020200020000" pitchFamily="34" charset="0"/>
              </a:rPr>
              <a:t>      </a:t>
            </a:r>
          </a:p>
          <a:p>
            <a:r>
              <a:rPr lang="en-US" b="1" dirty="0">
                <a:solidFill>
                  <a:schemeClr val="bg1"/>
                </a:solidFill>
              </a:rPr>
              <a:t>6.  </a:t>
            </a:r>
            <a:r>
              <a:rPr lang="en-US" b="1" dirty="0">
                <a:solidFill>
                  <a:schemeClr val="bg1"/>
                </a:solidFill>
                <a:highlight>
                  <a:srgbClr val="008080"/>
                </a:highlight>
              </a:rPr>
              <a:t>Evaluate the Model </a:t>
            </a:r>
            <a:r>
              <a:rPr lang="en-US" b="1" dirty="0">
                <a:solidFill>
                  <a:schemeClr val="bg1"/>
                </a:solidFill>
              </a:rPr>
              <a:t>: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Test the model using the testing dataset. Use performance metrics like accuracy, precision, recall, RMSE, etc., depending on the task.</a:t>
            </a:r>
            <a:endParaRPr lang="en-IN" dirty="0">
              <a:solidFill>
                <a:schemeClr val="bg1"/>
              </a:solidFill>
              <a:latin typeface="Posterama" panose="020B0504020200020000" pitchFamily="34" charset="0"/>
              <a:ea typeface="微软雅黑"/>
              <a:cs typeface="Posterama" panose="020B0504020200020000" pitchFamily="34" charset="0"/>
            </a:endParaRPr>
          </a:p>
          <a:p>
            <a:endParaRPr lang="en-IN" dirty="0">
              <a:solidFill>
                <a:schemeClr val="bg1"/>
              </a:solidFill>
              <a:latin typeface="Posterama" panose="020B0504020200020000" pitchFamily="34" charset="0"/>
              <a:ea typeface="微软雅黑"/>
              <a:cs typeface="Posterama" panose="020B0504020200020000" pitchFamily="34" charset="0"/>
            </a:endParaRPr>
          </a:p>
          <a:p>
            <a:endParaRPr lang="en-IN" dirty="0">
              <a:solidFill>
                <a:schemeClr val="bg1"/>
              </a:solidFill>
              <a:latin typeface="Posterama" panose="020B0504020200020000" pitchFamily="34" charset="0"/>
              <a:ea typeface="微软雅黑"/>
              <a:cs typeface="Posterama" panose="020B0504020200020000" pitchFamily="34" charset="0"/>
            </a:endParaRPr>
          </a:p>
          <a:p>
            <a:r>
              <a:rPr lang="en-US" b="1" dirty="0">
                <a:solidFill>
                  <a:schemeClr val="bg1"/>
                </a:solidFill>
              </a:rPr>
              <a:t>7.  </a:t>
            </a:r>
            <a:r>
              <a:rPr lang="en-US" b="1" dirty="0">
                <a:solidFill>
                  <a:schemeClr val="bg1"/>
                </a:solidFill>
                <a:highlight>
                  <a:srgbClr val="008080"/>
                </a:highlight>
              </a:rPr>
              <a:t>Deploy the Model </a:t>
            </a:r>
            <a:r>
              <a:rPr lang="en-US" b="1" dirty="0">
                <a:solidFill>
                  <a:schemeClr val="bg1"/>
                </a:solidFill>
              </a:rPr>
              <a:t>: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Once performance is satisfactory, deploy the model into a production environment (web app, mobile app, cloud, etc.) to make real-time predictions.</a:t>
            </a:r>
            <a:endParaRPr lang="en-IN" dirty="0">
              <a:solidFill>
                <a:schemeClr val="bg1"/>
              </a:solidFill>
              <a:latin typeface="Posterama" panose="020B0504020200020000" pitchFamily="34" charset="0"/>
              <a:ea typeface="微软雅黑"/>
              <a:cs typeface="Posterama" panose="020B0504020200020000" pitchFamily="34" charset="0"/>
            </a:endParaRPr>
          </a:p>
          <a:p>
            <a:endParaRPr lang="en-US" sz="1400" dirty="0">
              <a:solidFill>
                <a:schemeClr val="bg1"/>
              </a:solidFill>
              <a:latin typeface="Posterama" panose="020B0504020200020000" pitchFamily="34" charset="0"/>
              <a:ea typeface="微软雅黑"/>
              <a:cs typeface="Posterama" panose="020B0504020200020000" pitchFamily="34" charset="0"/>
            </a:endParaRPr>
          </a:p>
          <a:p>
            <a:endParaRPr lang="en-IN" sz="1400" dirty="0">
              <a:solidFill>
                <a:schemeClr val="bg1"/>
              </a:solidFill>
              <a:latin typeface="Posterama" panose="020B0504020200020000" pitchFamily="34" charset="0"/>
              <a:ea typeface="微软雅黑"/>
              <a:cs typeface="Posterama" panose="020B0504020200020000" pitchFamily="34" charset="0"/>
            </a:endParaRPr>
          </a:p>
          <a:p>
            <a:endParaRPr lang="en-IN" dirty="0">
              <a:solidFill>
                <a:schemeClr val="bg1"/>
              </a:solidFill>
              <a:latin typeface="Posterama" panose="020B0504020200020000" pitchFamily="34" charset="0"/>
              <a:ea typeface="微软雅黑"/>
              <a:cs typeface="Posterama" panose="020B0504020200020000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96485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222339F-0266-9F96-A7D5-60FB702B21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6B66B2-6EFC-4EEE-23EA-71CA9F411D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480" y="1625600"/>
            <a:ext cx="2915920" cy="822960"/>
          </a:xfrm>
          <a:noFill/>
        </p:spPr>
        <p:txBody>
          <a:bodyPr anchor="t" anchorCtr="0">
            <a:noAutofit/>
          </a:bodyPr>
          <a:lstStyle/>
          <a:p>
            <a:r>
              <a:rPr lang="en-US" dirty="0"/>
              <a:t>Types of ML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ADC5B1-7FAF-6E39-0758-F957A25896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2480" y="2763520"/>
            <a:ext cx="5547360" cy="3106928"/>
          </a:xfrm>
          <a:noFill/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US" dirty="0"/>
              <a:t>There are several types of machine learning, each with special characteristics and applications. Some of the main types of machine learning algorithms are as follows :</a:t>
            </a:r>
          </a:p>
          <a:p>
            <a:pPr marL="0" indent="0">
              <a:lnSpc>
                <a:spcPct val="110000"/>
              </a:lnSpc>
              <a:buNone/>
            </a:pPr>
            <a:br>
              <a:rPr lang="en-US" dirty="0"/>
            </a:br>
            <a:r>
              <a:rPr lang="en-US" dirty="0"/>
              <a:t> 1. </a:t>
            </a:r>
            <a:r>
              <a:rPr lang="en-IN" dirty="0"/>
              <a:t>Supervised Machine Learning</a:t>
            </a:r>
          </a:p>
          <a:p>
            <a:pPr marL="0" indent="0">
              <a:buNone/>
            </a:pPr>
            <a:r>
              <a:rPr lang="en-US" dirty="0"/>
              <a:t> 2.</a:t>
            </a:r>
            <a:r>
              <a:rPr lang="en-IN" dirty="0"/>
              <a:t> Unsupervised Machine Learning</a:t>
            </a:r>
          </a:p>
          <a:p>
            <a:pPr marL="0" indent="0">
              <a:buNone/>
            </a:pPr>
            <a:r>
              <a:rPr lang="en-IN" dirty="0"/>
              <a:t> 3. Reinforcement Learning</a:t>
            </a:r>
          </a:p>
          <a:p>
            <a:endParaRPr lang="en-IN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71C96F-0593-FEC5-C46B-477EE56FEE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8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610EEAD-1703-B276-183F-1EBFC643EFE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149" t="16273" r="8010" b="1182"/>
          <a:stretch>
            <a:fillRect/>
          </a:stretch>
        </p:blipFill>
        <p:spPr>
          <a:xfrm>
            <a:off x="6554592" y="2318512"/>
            <a:ext cx="5098169" cy="3899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46836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C7E782-682F-ECA1-6411-713E0DB9F8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EFDA7E-7137-0F75-1322-30E3B6F072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960" y="1991360"/>
            <a:ext cx="5902960" cy="609600"/>
          </a:xfrm>
          <a:noFill/>
        </p:spPr>
        <p:txBody>
          <a:bodyPr anchor="t" anchorCtr="0">
            <a:noAutofit/>
          </a:bodyPr>
          <a:lstStyle/>
          <a:p>
            <a:r>
              <a:rPr lang="en-US" dirty="0"/>
              <a:t>SUPERVISED LEARNING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6D938D12-AF0A-5462-47FB-88AB94803D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3120" y="2834640"/>
            <a:ext cx="9631680" cy="315976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b="1" dirty="0"/>
              <a:t>Supervised Learning</a:t>
            </a:r>
            <a:r>
              <a:rPr lang="en-US" dirty="0"/>
              <a:t> is the most commonly used type of Machine Learning. In this method, the model learns from a </a:t>
            </a:r>
            <a:r>
              <a:rPr lang="en-US" b="1" dirty="0"/>
              <a:t>labeled dataset</a:t>
            </a:r>
            <a:r>
              <a:rPr lang="en-US" dirty="0"/>
              <a:t>, where both the </a:t>
            </a:r>
            <a:r>
              <a:rPr lang="en-US" b="1" dirty="0"/>
              <a:t>input</a:t>
            </a:r>
            <a:r>
              <a:rPr lang="en-US" dirty="0"/>
              <a:t> and </a:t>
            </a:r>
            <a:r>
              <a:rPr lang="en-US" b="1" dirty="0"/>
              <a:t>correct output</a:t>
            </a:r>
            <a:r>
              <a:rPr lang="en-US" dirty="0"/>
              <a:t> (called labels) are provided.</a:t>
            </a:r>
          </a:p>
          <a:p>
            <a:pPr marL="0" indent="0">
              <a:buNone/>
            </a:pPr>
            <a:r>
              <a:rPr lang="en-US" b="1" dirty="0"/>
              <a:t> </a:t>
            </a:r>
            <a:r>
              <a:rPr lang="en-US" b="1" dirty="0">
                <a:highlight>
                  <a:srgbClr val="008080"/>
                </a:highlight>
              </a:rPr>
              <a:t>How It Works </a:t>
            </a:r>
            <a:r>
              <a:rPr lang="en-US" b="1" dirty="0"/>
              <a:t>:</a:t>
            </a:r>
          </a:p>
          <a:p>
            <a:r>
              <a:rPr lang="en-US" dirty="0"/>
              <a:t>We give the model </a:t>
            </a:r>
            <a:r>
              <a:rPr lang="en-US" b="1" dirty="0"/>
              <a:t>input data (X)</a:t>
            </a:r>
            <a:r>
              <a:rPr lang="en-US" dirty="0"/>
              <a:t> along with the </a:t>
            </a:r>
            <a:r>
              <a:rPr lang="en-US" b="1" dirty="0"/>
              <a:t>correct answer (Y)</a:t>
            </a:r>
            <a:r>
              <a:rPr lang="en-US" dirty="0"/>
              <a:t>.</a:t>
            </a:r>
          </a:p>
          <a:p>
            <a:r>
              <a:rPr lang="en-US" dirty="0"/>
              <a:t>The model learns the relationship between input and output.</a:t>
            </a:r>
          </a:p>
          <a:p>
            <a:r>
              <a:rPr lang="en-US" dirty="0"/>
              <a:t>Once trained, it can </a:t>
            </a:r>
            <a:r>
              <a:rPr lang="en-US" b="1" dirty="0"/>
              <a:t>predict outputs for new inputs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0620E3-1370-148A-FEFA-0540FDF07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94169" y="6217920"/>
            <a:ext cx="458592" cy="365125"/>
          </a:xfrm>
        </p:spPr>
        <p:txBody>
          <a:bodyPr/>
          <a:lstStyle/>
          <a:p>
            <a:fld id="{69E57DC2-970A-4B3E-BB1C-7A09969E49DF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76141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2F4BEA02-787B-3BC4-6DD0-C8E6E624D2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D240D8-4CAE-F056-BC65-4F5CEBD48E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960" y="345441"/>
            <a:ext cx="8473440" cy="642111"/>
          </a:xfrm>
          <a:noFill/>
        </p:spPr>
        <p:txBody>
          <a:bodyPr anchor="t" anchorCtr="0">
            <a:noAutofit/>
          </a:bodyPr>
          <a:lstStyle/>
          <a:p>
            <a:r>
              <a:rPr lang="en-US" dirty="0"/>
              <a:t>Example of Supervised Learning :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79E8ED-C728-E672-B4F0-BE56AFECE7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94169" y="6217920"/>
            <a:ext cx="458592" cy="365125"/>
          </a:xfrm>
        </p:spPr>
        <p:txBody>
          <a:bodyPr/>
          <a:lstStyle/>
          <a:p>
            <a:fld id="{69E57DC2-970A-4B3E-BB1C-7A09969E49DF}" type="slidenum">
              <a:rPr lang="en-US" smtClean="0"/>
              <a:pPr/>
              <a:t>10</a:t>
            </a:fld>
            <a:endParaRPr lang="en-US" dirty="0"/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EBD99996-6EAF-222C-CA8B-7EE759DB108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54480" y="1326248"/>
            <a:ext cx="7509828" cy="4205504"/>
          </a:xfrm>
        </p:spPr>
      </p:pic>
    </p:spTree>
    <p:extLst>
      <p:ext uri="{BB962C8B-B14F-4D97-AF65-F5344CB8AC3E}">
        <p14:creationId xmlns:p14="http://schemas.microsoft.com/office/powerpoint/2010/main" val="22085466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480D1D66-77A5-7D48-24B5-19A7EAD632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5591C2-1517-5D05-A571-FD68B90F80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960" y="345441"/>
            <a:ext cx="9164320" cy="642111"/>
          </a:xfrm>
          <a:noFill/>
        </p:spPr>
        <p:txBody>
          <a:bodyPr anchor="t" anchorCtr="0">
            <a:noAutofit/>
          </a:bodyPr>
          <a:lstStyle/>
          <a:p>
            <a:r>
              <a:rPr lang="en-US" dirty="0"/>
              <a:t>Work Flow of Supervised Learning :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82D64738-6889-56D6-D0E2-CBD7D9E4C4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3120" y="987552"/>
            <a:ext cx="9072880" cy="5230368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IN" dirty="0"/>
              <a:t>    Collect Data                          </a:t>
            </a:r>
            <a:r>
              <a:rPr lang="en-US" dirty="0"/>
              <a:t>Get labeled data with inputs and outputs</a:t>
            </a:r>
            <a:r>
              <a:rPr lang="en-IN" dirty="0"/>
              <a:t>              </a:t>
            </a:r>
          </a:p>
          <a:p>
            <a:pPr marL="0" indent="0">
              <a:buNone/>
            </a:pPr>
            <a:r>
              <a:rPr lang="en-IN" dirty="0"/>
              <a:t> </a:t>
            </a:r>
          </a:p>
          <a:p>
            <a:pPr marL="0" indent="0">
              <a:buNone/>
            </a:pPr>
            <a:r>
              <a:rPr lang="en-IN" dirty="0"/>
              <a:t>    Split Data                              </a:t>
            </a:r>
            <a:r>
              <a:rPr lang="en-US" dirty="0"/>
              <a:t>Separate into training and testing sets</a:t>
            </a: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Choose Algorithm                    </a:t>
            </a:r>
            <a:r>
              <a:rPr lang="en-US" dirty="0"/>
              <a:t>Pick the best ML method based on the problem</a:t>
            </a: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Train Model                           </a:t>
            </a:r>
            <a:r>
              <a:rPr lang="en-US" dirty="0"/>
              <a:t>Let the model learn from training data</a:t>
            </a: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Test Model                            </a:t>
            </a:r>
            <a:r>
              <a:rPr lang="en-US" dirty="0"/>
              <a:t>Measure performance on unseen test data</a:t>
            </a: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Predict New Data                    </a:t>
            </a:r>
            <a:r>
              <a:rPr lang="en-US" dirty="0"/>
              <a:t>Use trained model to predict outputs for new inputs</a:t>
            </a:r>
            <a:endParaRPr lang="en-IN" dirty="0"/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292CBF-FB0D-1279-53E3-64E3B74C3C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94169" y="6217920"/>
            <a:ext cx="458592" cy="365125"/>
          </a:xfrm>
        </p:spPr>
        <p:txBody>
          <a:bodyPr/>
          <a:lstStyle/>
          <a:p>
            <a:fld id="{69E57DC2-970A-4B3E-BB1C-7A09969E49DF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5" name="Arrow: Down 4">
            <a:extLst>
              <a:ext uri="{FF2B5EF4-FFF2-40B4-BE49-F238E27FC236}">
                <a16:creationId xmlns:a16="http://schemas.microsoft.com/office/drawing/2014/main" id="{97866F60-2435-4FB6-EFCD-CE93944E6F12}"/>
              </a:ext>
            </a:extLst>
          </p:cNvPr>
          <p:cNvSpPr/>
          <p:nvPr/>
        </p:nvSpPr>
        <p:spPr>
          <a:xfrm>
            <a:off x="1595120" y="1902968"/>
            <a:ext cx="325120" cy="403352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Arrow: Down 5">
            <a:extLst>
              <a:ext uri="{FF2B5EF4-FFF2-40B4-BE49-F238E27FC236}">
                <a16:creationId xmlns:a16="http://schemas.microsoft.com/office/drawing/2014/main" id="{0F273BE5-E2F6-0FDF-18C5-05C502C3BA19}"/>
              </a:ext>
            </a:extLst>
          </p:cNvPr>
          <p:cNvSpPr/>
          <p:nvPr/>
        </p:nvSpPr>
        <p:spPr>
          <a:xfrm>
            <a:off x="1595120" y="2720847"/>
            <a:ext cx="325120" cy="403352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Arrow: Down 6">
            <a:extLst>
              <a:ext uri="{FF2B5EF4-FFF2-40B4-BE49-F238E27FC236}">
                <a16:creationId xmlns:a16="http://schemas.microsoft.com/office/drawing/2014/main" id="{41313A58-B55C-1AF7-DDE7-5E9D9B2BB6D3}"/>
              </a:ext>
            </a:extLst>
          </p:cNvPr>
          <p:cNvSpPr/>
          <p:nvPr/>
        </p:nvSpPr>
        <p:spPr>
          <a:xfrm>
            <a:off x="1595120" y="3532126"/>
            <a:ext cx="325120" cy="403352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Arrow: Down 7">
            <a:extLst>
              <a:ext uri="{FF2B5EF4-FFF2-40B4-BE49-F238E27FC236}">
                <a16:creationId xmlns:a16="http://schemas.microsoft.com/office/drawing/2014/main" id="{94D5EDC4-CE14-C658-B97A-F93BFDA76504}"/>
              </a:ext>
            </a:extLst>
          </p:cNvPr>
          <p:cNvSpPr/>
          <p:nvPr/>
        </p:nvSpPr>
        <p:spPr>
          <a:xfrm>
            <a:off x="1584960" y="4469888"/>
            <a:ext cx="325120" cy="403352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Arrow: Down 9">
            <a:extLst>
              <a:ext uri="{FF2B5EF4-FFF2-40B4-BE49-F238E27FC236}">
                <a16:creationId xmlns:a16="http://schemas.microsoft.com/office/drawing/2014/main" id="{8EC79F0E-D202-A9CA-ADAC-FCC220FEA2DF}"/>
              </a:ext>
            </a:extLst>
          </p:cNvPr>
          <p:cNvSpPr/>
          <p:nvPr/>
        </p:nvSpPr>
        <p:spPr>
          <a:xfrm>
            <a:off x="1595120" y="5281167"/>
            <a:ext cx="325120" cy="403352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60159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5761C6CE-8C16-B14B-28E4-C5F7EEB82E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E6FA70-77B2-C1F8-7025-543AAA033E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960" y="345441"/>
            <a:ext cx="9662160" cy="642111"/>
          </a:xfrm>
          <a:noFill/>
        </p:spPr>
        <p:txBody>
          <a:bodyPr anchor="t" anchorCtr="0">
            <a:noAutofit/>
          </a:bodyPr>
          <a:lstStyle/>
          <a:p>
            <a:r>
              <a:rPr lang="en-US" dirty="0"/>
              <a:t>Types of Supervised Learning: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FFA43BA-E94A-F4F7-838D-F542FC507D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3119" y="987552"/>
            <a:ext cx="10819641" cy="3350768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There are </a:t>
            </a:r>
            <a:r>
              <a:rPr lang="en-US" b="1" dirty="0"/>
              <a:t>two main types</a:t>
            </a:r>
            <a:r>
              <a:rPr lang="en-US" dirty="0"/>
              <a:t> of supervised learning:</a:t>
            </a:r>
          </a:p>
          <a:p>
            <a:pPr marL="0" indent="0">
              <a:buNone/>
            </a:pPr>
            <a:r>
              <a:rPr lang="en-US" b="1" dirty="0"/>
              <a:t>1. Regression              2. Classification</a:t>
            </a:r>
          </a:p>
          <a:p>
            <a:pPr marL="0" indent="0">
              <a:buNone/>
            </a:pPr>
            <a:r>
              <a:rPr lang="en-US" b="1" dirty="0">
                <a:highlight>
                  <a:srgbClr val="008080"/>
                </a:highlight>
              </a:rPr>
              <a:t>What is Regression?</a:t>
            </a:r>
          </a:p>
          <a:p>
            <a:pPr marL="0" indent="0">
              <a:buNone/>
            </a:pPr>
            <a:r>
              <a:rPr lang="en-US" dirty="0"/>
              <a:t>Regression is a type of supervised learning used when the </a:t>
            </a:r>
            <a:r>
              <a:rPr lang="en-US" b="1" dirty="0"/>
              <a:t>output (or label)</a:t>
            </a:r>
            <a:r>
              <a:rPr lang="en-US" dirty="0"/>
              <a:t> is a </a:t>
            </a:r>
            <a:r>
              <a:rPr lang="en-US" b="1" dirty="0"/>
              <a:t>continuous numeric value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The goal is to </a:t>
            </a:r>
            <a:r>
              <a:rPr lang="en-US" b="1" dirty="0"/>
              <a:t>predict real or continuous numbers</a:t>
            </a:r>
            <a:r>
              <a:rPr lang="en-US" dirty="0"/>
              <a:t> based on one or more input features.</a:t>
            </a:r>
          </a:p>
          <a:p>
            <a:pPr marL="0" indent="0">
              <a:buNone/>
            </a:pPr>
            <a:r>
              <a:rPr lang="en-US" b="1" dirty="0">
                <a:highlight>
                  <a:srgbClr val="008080"/>
                </a:highlight>
              </a:rPr>
              <a:t>How Regression Works</a:t>
            </a:r>
          </a:p>
          <a:p>
            <a:r>
              <a:rPr lang="en-US" dirty="0"/>
              <a:t>In regression, the machine learning model </a:t>
            </a:r>
            <a:r>
              <a:rPr lang="en-US" b="1" dirty="0"/>
              <a:t>tries to find a relationship</a:t>
            </a:r>
            <a:r>
              <a:rPr lang="en-US" dirty="0"/>
              <a:t> (usually mathematical) between the </a:t>
            </a:r>
            <a:r>
              <a:rPr lang="en-US" b="1" dirty="0"/>
              <a:t>input variables (X)</a:t>
            </a:r>
            <a:r>
              <a:rPr lang="en-US" dirty="0"/>
              <a:t> and the </a:t>
            </a:r>
            <a:r>
              <a:rPr lang="en-US" b="1" dirty="0"/>
              <a:t>output variable (Y)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>
                <a:highlight>
                  <a:srgbClr val="008080"/>
                </a:highlight>
              </a:rPr>
              <a:t>For example :</a:t>
            </a:r>
          </a:p>
          <a:p>
            <a:r>
              <a:rPr lang="en-US" dirty="0"/>
              <a:t>Predicting a person’s </a:t>
            </a:r>
            <a:r>
              <a:rPr lang="en-US" b="1" dirty="0"/>
              <a:t>weight</a:t>
            </a:r>
            <a:r>
              <a:rPr lang="en-US" dirty="0"/>
              <a:t> based on their height.</a:t>
            </a:r>
          </a:p>
          <a:p>
            <a:r>
              <a:rPr lang="en-US" dirty="0"/>
              <a:t>Predicting a </a:t>
            </a:r>
            <a:r>
              <a:rPr lang="en-US" b="1" dirty="0"/>
              <a:t>house price</a:t>
            </a:r>
            <a:r>
              <a:rPr lang="en-US" dirty="0"/>
              <a:t> based on size, location, number of rooms.</a:t>
            </a:r>
          </a:p>
          <a:p>
            <a:pPr marL="0" indent="0">
              <a:buNone/>
            </a:pPr>
            <a:r>
              <a:rPr lang="en-US" dirty="0"/>
              <a:t>Common Algorithms for Regression :</a:t>
            </a:r>
          </a:p>
          <a:p>
            <a:pPr marL="342900" indent="-342900">
              <a:buAutoNum type="arabicPeriod"/>
            </a:pPr>
            <a:r>
              <a:rPr lang="en-US" dirty="0"/>
              <a:t>Linear Regression  2. Decision Tree Regression 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674703-6853-ABB6-E6D0-C4EF53CCF2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94169" y="6217920"/>
            <a:ext cx="458592" cy="365125"/>
          </a:xfrm>
        </p:spPr>
        <p:txBody>
          <a:bodyPr/>
          <a:lstStyle/>
          <a:p>
            <a:fld id="{69E57DC2-970A-4B3E-BB1C-7A09969E49DF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94644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BF547BB1-5634-EEEA-CB34-590B9D9891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F084A12-B608-68DB-D35A-083A63F8B0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3119" y="987552"/>
            <a:ext cx="10819641" cy="523036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b="1" dirty="0"/>
              <a:t>What is Classification ?</a:t>
            </a:r>
          </a:p>
          <a:p>
            <a:r>
              <a:rPr lang="en-US" dirty="0"/>
              <a:t>Classification is a type of supervised learning where the output variable is a </a:t>
            </a:r>
            <a:r>
              <a:rPr lang="en-US" b="1" dirty="0"/>
              <a:t>category or class label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The model learns to assign </a:t>
            </a:r>
            <a:r>
              <a:rPr lang="en-US" b="1" dirty="0"/>
              <a:t>new inputs into one of several predefined classes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>
                <a:highlight>
                  <a:srgbClr val="008080"/>
                </a:highlight>
              </a:rPr>
              <a:t>How Classification Works</a:t>
            </a:r>
          </a:p>
          <a:p>
            <a:r>
              <a:rPr lang="en-US" dirty="0"/>
              <a:t>The algorithm is trained on data where each input is labeled with a class (like "cat" or "dog", or "yes" or "no").</a:t>
            </a:r>
            <a:br>
              <a:rPr lang="en-US" dirty="0"/>
            </a:br>
            <a:r>
              <a:rPr lang="en-US" dirty="0"/>
              <a:t>The model </a:t>
            </a:r>
            <a:r>
              <a:rPr lang="en-US" b="1" dirty="0"/>
              <a:t>learns patterns and boundaries</a:t>
            </a:r>
            <a:r>
              <a:rPr lang="en-US" dirty="0"/>
              <a:t> between different classes.</a:t>
            </a:r>
            <a:br>
              <a:rPr lang="en-US" dirty="0"/>
            </a:br>
            <a:r>
              <a:rPr lang="en-US" dirty="0"/>
              <a:t>Once trained, it can </a:t>
            </a:r>
            <a:r>
              <a:rPr lang="en-US" b="1" dirty="0"/>
              <a:t>predict the class</a:t>
            </a:r>
            <a:r>
              <a:rPr lang="en-US" dirty="0"/>
              <a:t> of a new, unseen data point.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>
                <a:highlight>
                  <a:srgbClr val="008080"/>
                </a:highlight>
              </a:rPr>
              <a:t>For example </a:t>
            </a:r>
            <a:r>
              <a:rPr lang="en-US" dirty="0"/>
              <a:t>:                                                                    </a:t>
            </a:r>
            <a:r>
              <a:rPr lang="en-US" dirty="0">
                <a:highlight>
                  <a:srgbClr val="008080"/>
                </a:highlight>
              </a:rPr>
              <a:t>Common Algorithms for Classification </a:t>
            </a:r>
            <a:r>
              <a:rPr lang="en-US" dirty="0"/>
              <a:t>:</a:t>
            </a:r>
          </a:p>
          <a:p>
            <a:r>
              <a:rPr lang="en-US" dirty="0"/>
              <a:t>Is this email spam or not spam?                                     1. K-Nearest Neighbors(KNN)</a:t>
            </a:r>
          </a:p>
          <a:p>
            <a:r>
              <a:rPr lang="en-US" dirty="0"/>
              <a:t>Is the patient diabetic or not?                                        2. Decision Tree Classifier</a:t>
            </a:r>
          </a:p>
          <a:p>
            <a:pPr marL="0" indent="0">
              <a:buNone/>
            </a:pPr>
            <a:r>
              <a:rPr lang="en-US" dirty="0"/>
              <a:t>                                                                                        3. Random Forest Classifier</a:t>
            </a:r>
          </a:p>
          <a:p>
            <a:pPr marL="0" indent="0">
              <a:lnSpc>
                <a:spcPct val="150000"/>
              </a:lnSpc>
              <a:buNone/>
            </a:pPr>
            <a:endParaRPr lang="en-US" dirty="0"/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FD9E33-E049-E5E7-2063-E6B50E04C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94169" y="6217920"/>
            <a:ext cx="458592" cy="365125"/>
          </a:xfrm>
        </p:spPr>
        <p:txBody>
          <a:bodyPr/>
          <a:lstStyle/>
          <a:p>
            <a:fld id="{69E57DC2-970A-4B3E-BB1C-7A09969E49DF}" type="slidenum">
              <a:rPr lang="en-US" smtClean="0"/>
              <a:pPr/>
              <a:t>13</a:t>
            </a:fld>
            <a:endParaRPr lang="en-US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8882FE2-02FA-8D6F-1596-7925966D1B99}"/>
              </a:ext>
            </a:extLst>
          </p:cNvPr>
          <p:cNvCxnSpPr/>
          <p:nvPr/>
        </p:nvCxnSpPr>
        <p:spPr>
          <a:xfrm>
            <a:off x="6096000" y="4643120"/>
            <a:ext cx="0" cy="144272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662459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CF2A22-9A96-DFFE-BABD-EA448AF3AA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0D804D-317B-01AD-3927-2835BCFF6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5920" y="1869440"/>
            <a:ext cx="6675120" cy="660400"/>
          </a:xfrm>
          <a:noFill/>
        </p:spPr>
        <p:txBody>
          <a:bodyPr anchor="t" anchorCtr="0">
            <a:noAutofit/>
          </a:bodyPr>
          <a:lstStyle/>
          <a:p>
            <a:r>
              <a:rPr lang="en-US" dirty="0"/>
              <a:t>UNSUPERVISED LEARNING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AC7572E8-BD36-1FD1-4D7F-C925DD1382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3120" y="2672080"/>
            <a:ext cx="9438640" cy="3545840"/>
          </a:xfrm>
        </p:spPr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en-US" b="1" dirty="0"/>
              <a:t>Unsupervised Learning</a:t>
            </a:r>
            <a:r>
              <a:rPr lang="en-US" dirty="0"/>
              <a:t> is a type of machine learning where the model learns patterns </a:t>
            </a:r>
            <a:r>
              <a:rPr lang="en-US" b="1" dirty="0"/>
              <a:t>without any labeled output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Unlike supervised learning, we do </a:t>
            </a:r>
            <a:r>
              <a:rPr lang="en-US" b="1" dirty="0"/>
              <a:t>not provide the correct answers</a:t>
            </a:r>
            <a:r>
              <a:rPr lang="en-US" dirty="0"/>
              <a:t>. The algorithm tries to </a:t>
            </a:r>
            <a:r>
              <a:rPr lang="en-US" b="1" dirty="0"/>
              <a:t>find hidden patterns</a:t>
            </a:r>
            <a:r>
              <a:rPr lang="en-US" dirty="0"/>
              <a:t> or </a:t>
            </a:r>
            <a:r>
              <a:rPr lang="en-US" b="1" dirty="0"/>
              <a:t>groupings</a:t>
            </a:r>
            <a:r>
              <a:rPr lang="en-US" dirty="0"/>
              <a:t> in the input data.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b="1" dirty="0"/>
              <a:t>How It Works :</a:t>
            </a:r>
          </a:p>
          <a:p>
            <a:r>
              <a:rPr lang="en-US" dirty="0"/>
              <a:t>We give the model </a:t>
            </a:r>
            <a:r>
              <a:rPr lang="en-US" b="1" dirty="0"/>
              <a:t>input data (X)</a:t>
            </a:r>
            <a:r>
              <a:rPr lang="en-US" dirty="0"/>
              <a:t> along with the </a:t>
            </a:r>
            <a:r>
              <a:rPr lang="en-US" b="1" dirty="0"/>
              <a:t>correct answer (Y)</a:t>
            </a:r>
            <a:r>
              <a:rPr lang="en-US" dirty="0"/>
              <a:t>.</a:t>
            </a:r>
          </a:p>
          <a:p>
            <a:r>
              <a:rPr lang="en-US" dirty="0"/>
              <a:t>The model learns the relationship between input and output.</a:t>
            </a:r>
          </a:p>
          <a:p>
            <a:r>
              <a:rPr lang="en-US" dirty="0"/>
              <a:t>Once trained, it can </a:t>
            </a:r>
            <a:r>
              <a:rPr lang="en-US" b="1" dirty="0"/>
              <a:t>predict outputs for new inputs</a:t>
            </a:r>
            <a:r>
              <a:rPr lang="en-US" dirty="0"/>
              <a:t>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FA5D90-2997-6745-2097-FC51108509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94169" y="6217920"/>
            <a:ext cx="458592" cy="365125"/>
          </a:xfrm>
        </p:spPr>
        <p:txBody>
          <a:bodyPr/>
          <a:lstStyle/>
          <a:p>
            <a:fld id="{69E57DC2-970A-4B3E-BB1C-7A09969E49DF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61513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A210821C-CF0E-04C9-7192-54A8F287DB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7C65C5-EE29-B039-28A4-06FCEEF79F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960" y="345441"/>
            <a:ext cx="8473440" cy="642111"/>
          </a:xfrm>
          <a:noFill/>
        </p:spPr>
        <p:txBody>
          <a:bodyPr anchor="t" anchorCtr="0">
            <a:noAutofit/>
          </a:bodyPr>
          <a:lstStyle/>
          <a:p>
            <a:r>
              <a:rPr lang="en-US" dirty="0"/>
              <a:t>Example of Unsupervised Learning :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FB3AD8-160B-3041-5860-669273951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94169" y="6217920"/>
            <a:ext cx="458592" cy="365125"/>
          </a:xfrm>
        </p:spPr>
        <p:txBody>
          <a:bodyPr/>
          <a:lstStyle/>
          <a:p>
            <a:fld id="{69E57DC2-970A-4B3E-BB1C-7A09969E49DF}" type="slidenum">
              <a:rPr lang="en-US" smtClean="0"/>
              <a:pPr/>
              <a:t>15</a:t>
            </a:fld>
            <a:endParaRPr lang="en-US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EA7B4C77-09F5-89FE-9E62-8F7C27CBD64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90077" y="1877170"/>
            <a:ext cx="6697933" cy="3538110"/>
          </a:xfrm>
        </p:spPr>
      </p:pic>
    </p:spTree>
    <p:extLst>
      <p:ext uri="{BB962C8B-B14F-4D97-AF65-F5344CB8AC3E}">
        <p14:creationId xmlns:p14="http://schemas.microsoft.com/office/powerpoint/2010/main" val="35446601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58C941C6-3131-8DCE-E5B7-4D68A21493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7137C-46B7-1EDC-8D09-400D80D8B3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960" y="345441"/>
            <a:ext cx="9164320" cy="642111"/>
          </a:xfrm>
          <a:noFill/>
        </p:spPr>
        <p:txBody>
          <a:bodyPr anchor="t" anchorCtr="0">
            <a:noAutofit/>
          </a:bodyPr>
          <a:lstStyle/>
          <a:p>
            <a:r>
              <a:rPr lang="en-US" dirty="0"/>
              <a:t>Work Flow of Unsupervised Learning :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1C92ABBA-A665-87A9-C19B-81119FAE3E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3120" y="987552"/>
            <a:ext cx="10160000" cy="5230368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IN" dirty="0"/>
              <a:t>    Collect Data                 </a:t>
            </a:r>
            <a:r>
              <a:rPr lang="en-US" dirty="0"/>
              <a:t>Gather input data </a:t>
            </a:r>
            <a:r>
              <a:rPr lang="en-US" b="1" dirty="0"/>
              <a:t>without any labels</a:t>
            </a:r>
            <a:r>
              <a:rPr lang="en-US" dirty="0"/>
              <a:t> (only features, no output values)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 </a:t>
            </a:r>
          </a:p>
          <a:p>
            <a:pPr marL="0" indent="0">
              <a:buNone/>
            </a:pPr>
            <a:r>
              <a:rPr lang="en-IN" dirty="0"/>
              <a:t>    Preprocess Data           </a:t>
            </a:r>
            <a:r>
              <a:rPr lang="en-US" dirty="0"/>
              <a:t>Clean, normalize, and prepare data for better learning</a:t>
            </a: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Choose Algorithm           </a:t>
            </a:r>
            <a:r>
              <a:rPr lang="en-US" dirty="0"/>
              <a:t>Select an appropriate method like </a:t>
            </a:r>
            <a:r>
              <a:rPr lang="en-US" b="1" dirty="0"/>
              <a:t>K-Means, DBSCAN, or PCA</a:t>
            </a: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Train Model                   </a:t>
            </a:r>
            <a:r>
              <a:rPr lang="en-US" dirty="0"/>
              <a:t>Allow the model to find </a:t>
            </a:r>
            <a:r>
              <a:rPr lang="en-US" b="1" dirty="0"/>
              <a:t>patterns, structures, or clusters</a:t>
            </a:r>
            <a:r>
              <a:rPr lang="en-US" dirty="0"/>
              <a:t> in the data.</a:t>
            </a: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</a:t>
            </a:r>
            <a:r>
              <a:rPr lang="en-IN" dirty="0" err="1"/>
              <a:t>Analyze</a:t>
            </a:r>
            <a:r>
              <a:rPr lang="en-IN" dirty="0"/>
              <a:t> Results              I</a:t>
            </a:r>
            <a:r>
              <a:rPr lang="en-US" dirty="0" err="1"/>
              <a:t>nterpret</a:t>
            </a:r>
            <a:r>
              <a:rPr lang="en-US" dirty="0"/>
              <a:t> the discovered </a:t>
            </a:r>
            <a:r>
              <a:rPr lang="en-US" b="1" dirty="0"/>
              <a:t>groups or features</a:t>
            </a:r>
            <a:r>
              <a:rPr lang="en-IN" dirty="0"/>
              <a:t> 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Apply Insights                 </a:t>
            </a:r>
            <a:r>
              <a:rPr lang="en-US" dirty="0"/>
              <a:t>Use the output for </a:t>
            </a:r>
            <a:r>
              <a:rPr lang="en-US" b="1" dirty="0"/>
              <a:t>decision-making</a:t>
            </a:r>
            <a:r>
              <a:rPr lang="en-US" dirty="0"/>
              <a:t>, visualization, or </a:t>
            </a:r>
            <a:r>
              <a:rPr lang="en-US" b="1" dirty="0"/>
              <a:t>further ML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4C98F3-BD09-DE6D-B52B-4A00A862CE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94169" y="6217920"/>
            <a:ext cx="458592" cy="365125"/>
          </a:xfrm>
        </p:spPr>
        <p:txBody>
          <a:bodyPr/>
          <a:lstStyle/>
          <a:p>
            <a:fld id="{69E57DC2-970A-4B3E-BB1C-7A09969E49DF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5" name="Arrow: Down 4">
            <a:extLst>
              <a:ext uri="{FF2B5EF4-FFF2-40B4-BE49-F238E27FC236}">
                <a16:creationId xmlns:a16="http://schemas.microsoft.com/office/drawing/2014/main" id="{927A8B0F-4481-433B-3411-A01C7FCFCA37}"/>
              </a:ext>
            </a:extLst>
          </p:cNvPr>
          <p:cNvSpPr/>
          <p:nvPr/>
        </p:nvSpPr>
        <p:spPr>
          <a:xfrm>
            <a:off x="1574800" y="1829987"/>
            <a:ext cx="325120" cy="403352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Arrow: Down 5">
            <a:extLst>
              <a:ext uri="{FF2B5EF4-FFF2-40B4-BE49-F238E27FC236}">
                <a16:creationId xmlns:a16="http://schemas.microsoft.com/office/drawing/2014/main" id="{89E3E126-A5FE-D42A-3935-3EB102459240}"/>
              </a:ext>
            </a:extLst>
          </p:cNvPr>
          <p:cNvSpPr/>
          <p:nvPr/>
        </p:nvSpPr>
        <p:spPr>
          <a:xfrm>
            <a:off x="1574800" y="2731045"/>
            <a:ext cx="325120" cy="403352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7" name="Arrow: Down 6">
            <a:extLst>
              <a:ext uri="{FF2B5EF4-FFF2-40B4-BE49-F238E27FC236}">
                <a16:creationId xmlns:a16="http://schemas.microsoft.com/office/drawing/2014/main" id="{C359A580-8FF7-B904-B0BA-5E38EAB2E79C}"/>
              </a:ext>
            </a:extLst>
          </p:cNvPr>
          <p:cNvSpPr/>
          <p:nvPr/>
        </p:nvSpPr>
        <p:spPr>
          <a:xfrm>
            <a:off x="1544320" y="3524781"/>
            <a:ext cx="325120" cy="403352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Arrow: Down 7">
            <a:extLst>
              <a:ext uri="{FF2B5EF4-FFF2-40B4-BE49-F238E27FC236}">
                <a16:creationId xmlns:a16="http://schemas.microsoft.com/office/drawing/2014/main" id="{005B3279-3C45-56DE-3A9A-B321DAEDEC9B}"/>
              </a:ext>
            </a:extLst>
          </p:cNvPr>
          <p:cNvSpPr/>
          <p:nvPr/>
        </p:nvSpPr>
        <p:spPr>
          <a:xfrm>
            <a:off x="1544320" y="4405912"/>
            <a:ext cx="325120" cy="403352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Arrow: Down 9">
            <a:extLst>
              <a:ext uri="{FF2B5EF4-FFF2-40B4-BE49-F238E27FC236}">
                <a16:creationId xmlns:a16="http://schemas.microsoft.com/office/drawing/2014/main" id="{90B69755-42BC-8B76-ECE1-C5002A129316}"/>
              </a:ext>
            </a:extLst>
          </p:cNvPr>
          <p:cNvSpPr/>
          <p:nvPr/>
        </p:nvSpPr>
        <p:spPr>
          <a:xfrm>
            <a:off x="1544320" y="5401324"/>
            <a:ext cx="325120" cy="403352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07078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4AC82460-6F35-CF5B-4B24-F03C95960E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B91F18-DDFD-6A32-A5C1-FC7C464512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960" y="345441"/>
            <a:ext cx="9662160" cy="642111"/>
          </a:xfrm>
          <a:noFill/>
        </p:spPr>
        <p:txBody>
          <a:bodyPr anchor="t" anchorCtr="0">
            <a:noAutofit/>
          </a:bodyPr>
          <a:lstStyle/>
          <a:p>
            <a:r>
              <a:rPr lang="en-US" dirty="0"/>
              <a:t>Types of Unsupervised Learning: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8C48F306-ACE9-D6A4-5F71-5E7B6F25BA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3119" y="987551"/>
            <a:ext cx="11043921" cy="5595493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There are </a:t>
            </a:r>
            <a:r>
              <a:rPr lang="en-US" b="1" dirty="0"/>
              <a:t>three main types</a:t>
            </a:r>
            <a:r>
              <a:rPr lang="en-US" dirty="0"/>
              <a:t> of Unsupervised learning:</a:t>
            </a:r>
          </a:p>
          <a:p>
            <a:pPr marL="342900" indent="-342900">
              <a:buAutoNum type="arabicPeriod"/>
            </a:pPr>
            <a:r>
              <a:rPr lang="en-US" b="1" dirty="0"/>
              <a:t> Clustering          </a:t>
            </a:r>
          </a:p>
          <a:p>
            <a:pPr marL="0" indent="0">
              <a:buNone/>
            </a:pPr>
            <a:r>
              <a:rPr lang="en-US" b="1" dirty="0"/>
              <a:t>2.   </a:t>
            </a:r>
            <a:r>
              <a:rPr lang="en-IN" dirty="0"/>
              <a:t>Dimensionality Reduction</a:t>
            </a:r>
          </a:p>
          <a:p>
            <a:pPr marL="342900" indent="-342900">
              <a:buAutoNum type="arabicPeriod" startAt="3"/>
            </a:pPr>
            <a:r>
              <a:rPr lang="en-IN" b="1" dirty="0"/>
              <a:t>Association Rule Learning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What is Clustering ?</a:t>
            </a:r>
          </a:p>
          <a:p>
            <a:r>
              <a:rPr lang="en-US" dirty="0"/>
              <a:t>Clustering is the process of </a:t>
            </a:r>
            <a:r>
              <a:rPr lang="en-US" b="1" dirty="0"/>
              <a:t>grouping similar data points</a:t>
            </a:r>
            <a:r>
              <a:rPr lang="en-US" dirty="0"/>
              <a:t> together based on their features — </a:t>
            </a:r>
            <a:r>
              <a:rPr lang="en-US" b="1" dirty="0"/>
              <a:t>without any labels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>
                <a:highlight>
                  <a:srgbClr val="008080"/>
                </a:highlight>
              </a:rPr>
              <a:t>Real-World Examples </a:t>
            </a:r>
            <a:r>
              <a:rPr lang="en-US" b="1" dirty="0"/>
              <a:t>:                                                      </a:t>
            </a:r>
            <a:r>
              <a:rPr lang="en-US" b="1" dirty="0">
                <a:highlight>
                  <a:srgbClr val="008080"/>
                </a:highlight>
              </a:rPr>
              <a:t>Algorithms </a:t>
            </a:r>
            <a:r>
              <a:rPr lang="en-US" b="1" dirty="0"/>
              <a:t>:</a:t>
            </a:r>
          </a:p>
          <a:p>
            <a:r>
              <a:rPr lang="en-US" dirty="0"/>
              <a:t>Customer segmentation in marketing                          1. K- Means Clustering(Groups data into K –clusters) </a:t>
            </a:r>
          </a:p>
          <a:p>
            <a:r>
              <a:rPr lang="en-US" dirty="0"/>
              <a:t>(Organizing images based on content similarity             2. </a:t>
            </a:r>
            <a:r>
              <a:rPr lang="en-IN" dirty="0"/>
              <a:t>Hierarchical Clustering (</a:t>
            </a:r>
            <a:r>
              <a:rPr lang="en-US" dirty="0"/>
              <a:t>Builds a tree of clusters)</a:t>
            </a:r>
          </a:p>
          <a:p>
            <a:pPr marL="0" indent="0">
              <a:buNone/>
            </a:pPr>
            <a:r>
              <a:rPr lang="en-US" dirty="0"/>
              <a:t>                                                                                     3. </a:t>
            </a:r>
            <a:r>
              <a:rPr lang="en-IN" dirty="0"/>
              <a:t>DBSCAN (Clusters of any shape )</a:t>
            </a:r>
            <a:endParaRPr lang="en-US" dirty="0"/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073A5C-CA22-92B0-0F2E-66A3CD37FC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94169" y="6217920"/>
            <a:ext cx="458592" cy="365125"/>
          </a:xfrm>
        </p:spPr>
        <p:txBody>
          <a:bodyPr/>
          <a:lstStyle/>
          <a:p>
            <a:fld id="{69E57DC2-970A-4B3E-BB1C-7A09969E49DF}" type="slidenum">
              <a:rPr lang="en-US" smtClean="0"/>
              <a:pPr/>
              <a:t>17</a:t>
            </a:fld>
            <a:endParaRPr lang="en-US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CCFD8F7-5398-9005-1A7F-FE56BCCE0662}"/>
              </a:ext>
            </a:extLst>
          </p:cNvPr>
          <p:cNvCxnSpPr/>
          <p:nvPr/>
        </p:nvCxnSpPr>
        <p:spPr>
          <a:xfrm>
            <a:off x="6096000" y="4947920"/>
            <a:ext cx="0" cy="1463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9184626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E0A32951-4C9A-6E30-E92C-0A7E606F0A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49382593-2BD0-333B-F4A2-C5D2BA4883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3119" y="365761"/>
            <a:ext cx="11043921" cy="573023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b="1" dirty="0"/>
              <a:t>What is </a:t>
            </a:r>
            <a:r>
              <a:rPr lang="en-IN" dirty="0"/>
              <a:t>Dimensionality Reduction </a:t>
            </a:r>
            <a:r>
              <a:rPr lang="en-US" b="1" dirty="0"/>
              <a:t>?</a:t>
            </a:r>
          </a:p>
          <a:p>
            <a:r>
              <a:rPr lang="en-US" dirty="0"/>
              <a:t>This type finds </a:t>
            </a:r>
            <a:r>
              <a:rPr lang="en-US" b="1" dirty="0"/>
              <a:t>interesting relationships or associations</a:t>
            </a:r>
            <a:r>
              <a:rPr lang="en-US" dirty="0"/>
              <a:t> among variables in large databases.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💡 </a:t>
            </a:r>
            <a:r>
              <a:rPr lang="en-US" b="1" dirty="0">
                <a:highlight>
                  <a:srgbClr val="008080"/>
                </a:highlight>
              </a:rPr>
              <a:t>Real-World Examples </a:t>
            </a:r>
            <a:r>
              <a:rPr lang="en-US" b="1" dirty="0"/>
              <a:t>:</a:t>
            </a:r>
          </a:p>
          <a:p>
            <a:r>
              <a:rPr lang="en-US" dirty="0"/>
              <a:t>Image compression</a:t>
            </a:r>
          </a:p>
          <a:p>
            <a:r>
              <a:rPr lang="en-US" dirty="0"/>
              <a:t>Visualizing datasets with hundreds of features</a:t>
            </a:r>
          </a:p>
          <a:p>
            <a:r>
              <a:rPr lang="en-US" dirty="0"/>
              <a:t>Speeding up training time for machine learning models</a:t>
            </a:r>
          </a:p>
          <a:p>
            <a:pPr marL="0" indent="0">
              <a:buNone/>
            </a:pPr>
            <a:endParaRPr lang="en-IN" b="1" dirty="0"/>
          </a:p>
          <a:p>
            <a:pPr marL="0" indent="0">
              <a:buNone/>
            </a:pPr>
            <a:r>
              <a:rPr lang="en-IN" b="1" dirty="0"/>
              <a:t>🔧 </a:t>
            </a:r>
            <a:r>
              <a:rPr lang="en-IN" b="1" dirty="0">
                <a:highlight>
                  <a:srgbClr val="008080"/>
                </a:highlight>
              </a:rPr>
              <a:t>Popular Algorithms </a:t>
            </a:r>
            <a:r>
              <a:rPr lang="en-IN" b="1" dirty="0"/>
              <a:t>:</a:t>
            </a:r>
          </a:p>
          <a:p>
            <a:r>
              <a:rPr lang="en-IN" b="1" dirty="0"/>
              <a:t>PCA (Principal Component Analysis):</a:t>
            </a:r>
            <a:r>
              <a:rPr lang="en-IN" dirty="0"/>
              <a:t> Projects data into a lower dimension</a:t>
            </a:r>
          </a:p>
          <a:p>
            <a:r>
              <a:rPr lang="en-IN" b="1" dirty="0"/>
              <a:t>t-SNE:</a:t>
            </a:r>
            <a:r>
              <a:rPr lang="en-IN" dirty="0"/>
              <a:t> Useful for visualizing clusters in 2D/3D</a:t>
            </a:r>
          </a:p>
          <a:p>
            <a:r>
              <a:rPr lang="en-IN" b="1" dirty="0"/>
              <a:t>Autoencoders:</a:t>
            </a:r>
            <a:r>
              <a:rPr lang="en-IN" dirty="0"/>
              <a:t> Neural networks that learn compact representations of data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19E409-5686-0665-AD25-4024D600B9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94169" y="6217920"/>
            <a:ext cx="458592" cy="365125"/>
          </a:xfrm>
        </p:spPr>
        <p:txBody>
          <a:bodyPr/>
          <a:lstStyle/>
          <a:p>
            <a:fld id="{69E57DC2-970A-4B3E-BB1C-7A09969E49DF}" type="slidenum">
              <a:rPr lang="en-US" smtClean="0"/>
              <a:pPr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1612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3553E4F1-27EC-ACFC-58AB-EE2ABBE280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7A4EAE85-02A8-743D-C891-BC1628E92C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3119" y="365761"/>
            <a:ext cx="11043921" cy="573023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b="1" dirty="0"/>
              <a:t>What is </a:t>
            </a:r>
            <a:r>
              <a:rPr lang="en-IN" dirty="0"/>
              <a:t>Association Rule Learning </a:t>
            </a:r>
            <a:r>
              <a:rPr lang="en-US" b="1" dirty="0"/>
              <a:t>?</a:t>
            </a:r>
          </a:p>
          <a:p>
            <a:r>
              <a:rPr lang="en-US" dirty="0"/>
              <a:t>It is the technique of </a:t>
            </a:r>
            <a:r>
              <a:rPr lang="en-US" b="1" dirty="0"/>
              <a:t>reducing the number of input variables</a:t>
            </a:r>
            <a:r>
              <a:rPr lang="en-US" dirty="0"/>
              <a:t> (features) in a dataset while preserving its </a:t>
            </a:r>
            <a:r>
              <a:rPr lang="en-US" b="1" dirty="0"/>
              <a:t>essential structure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IN" b="1" dirty="0"/>
              <a:t>💡 </a:t>
            </a:r>
            <a:r>
              <a:rPr lang="en-IN" b="1" dirty="0">
                <a:highlight>
                  <a:srgbClr val="008080"/>
                </a:highlight>
              </a:rPr>
              <a:t>Real-World Examples</a:t>
            </a:r>
            <a:r>
              <a:rPr lang="en-IN" b="1" dirty="0"/>
              <a:t> :</a:t>
            </a:r>
          </a:p>
          <a:p>
            <a:r>
              <a:rPr lang="en-IN" b="1" dirty="0"/>
              <a:t>Market Basket Analysis:</a:t>
            </a:r>
            <a:r>
              <a:rPr lang="en-IN" dirty="0"/>
              <a:t> "People who buy bread also buy butter"</a:t>
            </a:r>
          </a:p>
          <a:p>
            <a:r>
              <a:rPr lang="en-IN" dirty="0"/>
              <a:t>Cross-selling and recommendation systems</a:t>
            </a:r>
          </a:p>
          <a:p>
            <a:r>
              <a:rPr lang="en-IN" dirty="0"/>
              <a:t>Inventory planning</a:t>
            </a:r>
          </a:p>
          <a:p>
            <a:pPr marL="0" indent="0">
              <a:buNone/>
            </a:pPr>
            <a:endParaRPr lang="en-IN" b="1" dirty="0"/>
          </a:p>
          <a:p>
            <a:pPr marL="0" indent="0">
              <a:buNone/>
            </a:pPr>
            <a:r>
              <a:rPr lang="en-IN" b="1" dirty="0"/>
              <a:t>🔧 </a:t>
            </a:r>
            <a:r>
              <a:rPr lang="en-IN" b="1" dirty="0">
                <a:highlight>
                  <a:srgbClr val="008080"/>
                </a:highlight>
              </a:rPr>
              <a:t>Popular Algorithms </a:t>
            </a:r>
            <a:r>
              <a:rPr lang="en-IN" b="1" dirty="0"/>
              <a:t>:</a:t>
            </a:r>
          </a:p>
          <a:p>
            <a:r>
              <a:rPr lang="en-IN" b="1" dirty="0" err="1"/>
              <a:t>Apriori</a:t>
            </a:r>
            <a:r>
              <a:rPr lang="en-IN" b="1" dirty="0"/>
              <a:t>:</a:t>
            </a:r>
            <a:r>
              <a:rPr lang="en-IN" dirty="0"/>
              <a:t> Finds frequent </a:t>
            </a:r>
            <a:r>
              <a:rPr lang="en-IN" dirty="0" err="1"/>
              <a:t>itemsets</a:t>
            </a:r>
            <a:r>
              <a:rPr lang="en-IN" dirty="0"/>
              <a:t> and generates rules</a:t>
            </a:r>
          </a:p>
          <a:p>
            <a:r>
              <a:rPr lang="en-IN" b="1" dirty="0"/>
              <a:t>FP-Growth:</a:t>
            </a:r>
            <a:r>
              <a:rPr lang="en-IN" dirty="0"/>
              <a:t> More efficient than </a:t>
            </a:r>
            <a:r>
              <a:rPr lang="en-IN" dirty="0" err="1"/>
              <a:t>Apriori</a:t>
            </a:r>
            <a:r>
              <a:rPr lang="en-IN" dirty="0"/>
              <a:t> for large datasets</a:t>
            </a:r>
          </a:p>
          <a:p>
            <a:r>
              <a:rPr lang="en-IN" b="1" dirty="0"/>
              <a:t>ECLAT:</a:t>
            </a:r>
            <a:r>
              <a:rPr lang="en-IN" dirty="0"/>
              <a:t> Uses vertical data format for rule generation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2A4FF3-8789-67FC-DECA-2E10CB6659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94169" y="6217920"/>
            <a:ext cx="458592" cy="365125"/>
          </a:xfrm>
        </p:spPr>
        <p:txBody>
          <a:bodyPr/>
          <a:lstStyle/>
          <a:p>
            <a:fld id="{69E57DC2-970A-4B3E-BB1C-7A09969E49DF}" type="slidenum">
              <a:rPr lang="en-US" smtClean="0"/>
              <a:pPr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956360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Title 59">
            <a:extLst>
              <a:ext uri="{FF2B5EF4-FFF2-40B4-BE49-F238E27FC236}">
                <a16:creationId xmlns:a16="http://schemas.microsoft.com/office/drawing/2014/main" id="{0031CE36-F77D-3964-C169-771DBA49D2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11760"/>
            <a:ext cx="6431280" cy="1097280"/>
          </a:xfrm>
        </p:spPr>
        <p:txBody>
          <a:bodyPr/>
          <a:lstStyle/>
          <a:p>
            <a:r>
              <a:rPr lang="en-US" dirty="0"/>
              <a:t>Applications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4D08FE4-462C-268C-9DFB-E54F8ABA0EA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914400" y="1666240"/>
            <a:ext cx="5872480" cy="3759329"/>
          </a:xfrm>
        </p:spPr>
      </p:pic>
      <p:sp>
        <p:nvSpPr>
          <p:cNvPr id="11" name="Slide Number Placeholder 13">
            <a:extLst>
              <a:ext uri="{FF2B5EF4-FFF2-40B4-BE49-F238E27FC236}">
                <a16:creationId xmlns:a16="http://schemas.microsoft.com/office/drawing/2014/main" id="{930FF33C-2E3C-37EC-75C2-1BE4513D9B62}"/>
              </a:ext>
            </a:extLst>
          </p:cNvPr>
          <p:cNvSpPr txBox="1">
            <a:spLocks/>
          </p:cNvSpPr>
          <p:nvPr/>
        </p:nvSpPr>
        <p:spPr>
          <a:xfrm>
            <a:off x="11194169" y="6215665"/>
            <a:ext cx="458592" cy="365125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200" b="0" i="0" kern="1200">
                <a:solidFill>
                  <a:schemeClr val="tx1"/>
                </a:solidFill>
                <a:latin typeface="Abadi" panose="020B0604020104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7FEACEE-25B4-4A2D-B147-27296E36371D}" type="slidenum">
              <a:rPr kumimoji="0" lang="en-US" altLang="zh-CN" sz="1200" u="none" strike="noStrike" kern="1200" cap="none" spc="0" normalizeH="0" baseline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altLang="zh-CN" sz="1200" u="none" strike="noStrike" kern="1200" cap="none" spc="0" normalizeH="0" baseline="0" dirty="0">
              <a:ln>
                <a:noFill/>
              </a:ln>
              <a:solidFill>
                <a:schemeClr val="bg1"/>
              </a:solidFill>
              <a:effectLst/>
              <a:uLnTx/>
              <a:uFillTx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222DE72-77CB-CB24-A4D1-2FAC47307AC9}"/>
              </a:ext>
            </a:extLst>
          </p:cNvPr>
          <p:cNvSpPr>
            <a:spLocks noGrp="1"/>
          </p:cNvSpPr>
          <p:nvPr>
            <p:ph type="sldNum" sz="quarter" idx="55"/>
          </p:nvPr>
        </p:nvSpPr>
        <p:spPr/>
        <p:txBody>
          <a:bodyPr/>
          <a:lstStyle/>
          <a:p>
            <a:fld id="{47FEACEE-25B4-4A2D-B147-27296E36371D}" type="slidenum">
              <a:rPr lang="en-US" altLang="zh-CN" noProof="0" smtClean="0"/>
              <a:pPr/>
              <a:t>20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418214803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le 23">
            <a:extLst>
              <a:ext uri="{FF2B5EF4-FFF2-40B4-BE49-F238E27FC236}">
                <a16:creationId xmlns:a16="http://schemas.microsoft.com/office/drawing/2014/main" id="{AD2C8D04-263D-9589-1CFF-A5968D7C33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0" y="731520"/>
            <a:ext cx="5394960" cy="2103120"/>
          </a:xfrm>
        </p:spPr>
        <p:txBody>
          <a:bodyPr/>
          <a:lstStyle/>
          <a:p>
            <a:r>
              <a:rPr lang="en-US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529279411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7">
      <a:dk1>
        <a:srgbClr val="000000"/>
      </a:dk1>
      <a:lt1>
        <a:srgbClr val="FFFFFF"/>
      </a:lt1>
      <a:dk2>
        <a:srgbClr val="0F253E"/>
      </a:dk2>
      <a:lt2>
        <a:srgbClr val="E7E6E6"/>
      </a:lt2>
      <a:accent1>
        <a:srgbClr val="4472C4"/>
      </a:accent1>
      <a:accent2>
        <a:srgbClr val="B83903"/>
      </a:accent2>
      <a:accent3>
        <a:srgbClr val="75262A"/>
      </a:accent3>
      <a:accent4>
        <a:srgbClr val="F79320"/>
      </a:accent4>
      <a:accent5>
        <a:srgbClr val="44668D"/>
      </a:accent5>
      <a:accent6>
        <a:srgbClr val="0F253E"/>
      </a:accent6>
      <a:hlink>
        <a:srgbClr val="AEC0D9"/>
      </a:hlink>
      <a:folHlink>
        <a:srgbClr val="B83903"/>
      </a:folHlink>
    </a:clrScheme>
    <a:fontScheme name="Custom 16">
      <a:majorFont>
        <a:latin typeface="Posterama"/>
        <a:ea typeface=""/>
        <a:cs typeface=""/>
      </a:majorFont>
      <a:minorFont>
        <a:latin typeface="Abad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/>
      <a:lstStyle>
        <a:defPPr marL="0" indent="0" algn="ctr">
          <a:lnSpc>
            <a:spcPct val="100000"/>
          </a:lnSpc>
          <a:spcBef>
            <a:spcPts val="0"/>
          </a:spcBef>
          <a:buFontTx/>
          <a:buNone/>
          <a:defRPr sz="1800" smtClean="0">
            <a:solidFill>
              <a:prstClr val="white"/>
            </a:solidFill>
            <a:latin typeface="Posterama" panose="020B0504020200020000" pitchFamily="34" charset="0"/>
            <a:ea typeface="微软雅黑"/>
            <a:cs typeface="Posterama" panose="020B0504020200020000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TM9027928_win32_EF_v4" id="{FA821E7E-D625-4DCD-A30E-3216B54C8383}" vid="{DE28BE6C-8054-44B2-A92D-A1CAFC256BDB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30" ma:contentTypeDescription="Create a new document." ma:contentTypeScope="" ma:versionID="cec0622158e8f13124e9e8fd4de31bd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b52f30ab005d15df08657af532e6e38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8DB3C62-858A-4A01-AFEF-21E0BB8CE262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79897CAE-455D-42C9-A951-0C21BC12254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B0009351-EDD4-484E-ACD6-D50CCB137637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Hexagon presentation dark</Template>
  <TotalTime>275</TotalTime>
  <Words>1350</Words>
  <Application>Microsoft Office PowerPoint</Application>
  <PresentationFormat>Widescreen</PresentationFormat>
  <Paragraphs>172</Paragraphs>
  <Slides>21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8" baseType="lpstr">
      <vt:lpstr>等线</vt:lpstr>
      <vt:lpstr>Abadi</vt:lpstr>
      <vt:lpstr>Arial</vt:lpstr>
      <vt:lpstr>Calibri</vt:lpstr>
      <vt:lpstr>Posterama</vt:lpstr>
      <vt:lpstr>Posterama Text SemiBold</vt:lpstr>
      <vt:lpstr>Custom</vt:lpstr>
      <vt:lpstr>MACHINE LEARNING </vt:lpstr>
      <vt:lpstr>Agenda </vt:lpstr>
      <vt:lpstr>INTRODUCTION OF MACHINE LEARNING  </vt:lpstr>
      <vt:lpstr>Machine Learning</vt:lpstr>
      <vt:lpstr>Work Flow of Machine Learning:</vt:lpstr>
      <vt:lpstr>PowerPoint Presentation</vt:lpstr>
      <vt:lpstr>PowerPoint Presentation</vt:lpstr>
      <vt:lpstr>Types of ML</vt:lpstr>
      <vt:lpstr>SUPERVISED LEARNING</vt:lpstr>
      <vt:lpstr>Example of Supervised Learning :</vt:lpstr>
      <vt:lpstr>Work Flow of Supervised Learning :</vt:lpstr>
      <vt:lpstr>Types of Supervised Learning:</vt:lpstr>
      <vt:lpstr>PowerPoint Presentation</vt:lpstr>
      <vt:lpstr>UNSUPERVISED LEARNING</vt:lpstr>
      <vt:lpstr>Example of Unsupervised Learning :</vt:lpstr>
      <vt:lpstr>Work Flow of Unsupervised Learning :</vt:lpstr>
      <vt:lpstr>Types of Unsupervised Learning:</vt:lpstr>
      <vt:lpstr>PowerPoint Presentation</vt:lpstr>
      <vt:lpstr>PowerPoint Presentation</vt:lpstr>
      <vt:lpstr>Applications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Satya Gowri</dc:creator>
  <cp:lastModifiedBy>Satya Gowri</cp:lastModifiedBy>
  <cp:revision>2</cp:revision>
  <dcterms:created xsi:type="dcterms:W3CDTF">2025-07-18T08:15:12Z</dcterms:created>
  <dcterms:modified xsi:type="dcterms:W3CDTF">2025-07-18T12:52:59Z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